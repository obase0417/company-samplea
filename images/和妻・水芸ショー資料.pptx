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6" r:id="rId3"/>
  </p:sldIdLst>
  <p:sldSz cx="9906000" cy="6858000" type="A4"/>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04" autoAdjust="0"/>
    <p:restoredTop sz="94660"/>
  </p:normalViewPr>
  <p:slideViewPr>
    <p:cSldViewPr snapToGrid="0">
      <p:cViewPr varScale="1">
        <p:scale>
          <a:sx n="104" d="100"/>
          <a:sy n="104" d="100"/>
        </p:scale>
        <p:origin x="89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a:prstGeom prst="rect">
            <a:avLst/>
          </a:prstGeo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238250" y="3602038"/>
            <a:ext cx="74295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a:xfrm>
            <a:off x="681038" y="6356352"/>
            <a:ext cx="2228850" cy="365125"/>
          </a:xfrm>
          <a:prstGeom prst="rect">
            <a:avLst/>
          </a:prstGeom>
        </p:spPr>
        <p:txBody>
          <a:bodyPr/>
          <a:lstStyle/>
          <a:p>
            <a:fld id="{14483328-9530-4321-9583-6B2E84C2EC77}" type="datetimeFigureOut">
              <a:rPr kumimoji="1" lang="ja-JP" altLang="en-US" smtClean="0"/>
              <a:t>2024/10/1</a:t>
            </a:fld>
            <a:endParaRPr kumimoji="1" lang="ja-JP" altLang="en-US"/>
          </a:p>
        </p:txBody>
      </p:sp>
      <p:sp>
        <p:nvSpPr>
          <p:cNvPr id="5" name="Footer Placeholder 4"/>
          <p:cNvSpPr>
            <a:spLocks noGrp="1"/>
          </p:cNvSpPr>
          <p:nvPr>
            <p:ph type="ftr" sz="quarter" idx="11"/>
          </p:nvPr>
        </p:nvSpPr>
        <p:spPr>
          <a:xfrm>
            <a:off x="3281363" y="6356352"/>
            <a:ext cx="3343275" cy="365125"/>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a:xfrm>
            <a:off x="6996113" y="6356352"/>
            <a:ext cx="2228850" cy="365125"/>
          </a:xfrm>
          <a:prstGeom prst="rect">
            <a:avLst/>
          </a:prstGeom>
        </p:spPr>
        <p:txBody>
          <a:bodyPr/>
          <a:lstStyle/>
          <a:p>
            <a:fld id="{6D41778C-9E1C-4462-BCA6-1EAF6E1C779D}" type="slidenum">
              <a:rPr kumimoji="1" lang="ja-JP" altLang="en-US" smtClean="0"/>
              <a:t>‹#›</a:t>
            </a:fld>
            <a:endParaRPr kumimoji="1" lang="ja-JP" altLang="en-US"/>
          </a:p>
        </p:txBody>
      </p:sp>
    </p:spTree>
    <p:extLst>
      <p:ext uri="{BB962C8B-B14F-4D97-AF65-F5344CB8AC3E}">
        <p14:creationId xmlns:p14="http://schemas.microsoft.com/office/powerpoint/2010/main" val="123357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81038" y="365127"/>
            <a:ext cx="8543925" cy="1325563"/>
          </a:xfrm>
          <a:prstGeom prst="rect">
            <a:avLst/>
          </a:prstGeom>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681038" y="1825625"/>
            <a:ext cx="8543925" cy="4351338"/>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681038" y="6356352"/>
            <a:ext cx="2228850" cy="365125"/>
          </a:xfrm>
          <a:prstGeom prst="rect">
            <a:avLst/>
          </a:prstGeom>
        </p:spPr>
        <p:txBody>
          <a:bodyPr/>
          <a:lstStyle/>
          <a:p>
            <a:fld id="{14483328-9530-4321-9583-6B2E84C2EC77}" type="datetimeFigureOut">
              <a:rPr kumimoji="1" lang="ja-JP" altLang="en-US" smtClean="0"/>
              <a:t>2024/10/1</a:t>
            </a:fld>
            <a:endParaRPr kumimoji="1" lang="ja-JP" altLang="en-US"/>
          </a:p>
        </p:txBody>
      </p:sp>
      <p:sp>
        <p:nvSpPr>
          <p:cNvPr id="5" name="Footer Placeholder 4"/>
          <p:cNvSpPr>
            <a:spLocks noGrp="1"/>
          </p:cNvSpPr>
          <p:nvPr>
            <p:ph type="ftr" sz="quarter" idx="11"/>
          </p:nvPr>
        </p:nvSpPr>
        <p:spPr>
          <a:xfrm>
            <a:off x="3281363" y="6356352"/>
            <a:ext cx="3343275" cy="365125"/>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a:xfrm>
            <a:off x="6996113" y="6356352"/>
            <a:ext cx="2228850" cy="365125"/>
          </a:xfrm>
          <a:prstGeom prst="rect">
            <a:avLst/>
          </a:prstGeom>
        </p:spPr>
        <p:txBody>
          <a:bodyPr/>
          <a:lstStyle/>
          <a:p>
            <a:fld id="{6D41778C-9E1C-4462-BCA6-1EAF6E1C779D}" type="slidenum">
              <a:rPr kumimoji="1" lang="ja-JP" altLang="en-US" smtClean="0"/>
              <a:t>‹#›</a:t>
            </a:fld>
            <a:endParaRPr kumimoji="1" lang="ja-JP" altLang="en-US"/>
          </a:p>
        </p:txBody>
      </p:sp>
    </p:spTree>
    <p:extLst>
      <p:ext uri="{BB962C8B-B14F-4D97-AF65-F5344CB8AC3E}">
        <p14:creationId xmlns:p14="http://schemas.microsoft.com/office/powerpoint/2010/main" val="2696056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a:prstGeom prst="rect">
            <a:avLst/>
          </a:prstGeo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5879" y="4589465"/>
            <a:ext cx="8543925"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a:xfrm>
            <a:off x="681038" y="6356352"/>
            <a:ext cx="2228850" cy="365125"/>
          </a:xfrm>
          <a:prstGeom prst="rect">
            <a:avLst/>
          </a:prstGeom>
        </p:spPr>
        <p:txBody>
          <a:bodyPr/>
          <a:lstStyle/>
          <a:p>
            <a:fld id="{14483328-9530-4321-9583-6B2E84C2EC77}" type="datetimeFigureOut">
              <a:rPr kumimoji="1" lang="ja-JP" altLang="en-US" smtClean="0"/>
              <a:t>2024/10/1</a:t>
            </a:fld>
            <a:endParaRPr kumimoji="1" lang="ja-JP" altLang="en-US"/>
          </a:p>
        </p:txBody>
      </p:sp>
      <p:sp>
        <p:nvSpPr>
          <p:cNvPr id="5" name="Footer Placeholder 4"/>
          <p:cNvSpPr>
            <a:spLocks noGrp="1"/>
          </p:cNvSpPr>
          <p:nvPr>
            <p:ph type="ftr" sz="quarter" idx="11"/>
          </p:nvPr>
        </p:nvSpPr>
        <p:spPr>
          <a:xfrm>
            <a:off x="3281363" y="6356352"/>
            <a:ext cx="3343275" cy="365125"/>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a:xfrm>
            <a:off x="6996113" y="6356352"/>
            <a:ext cx="2228850" cy="365125"/>
          </a:xfrm>
          <a:prstGeom prst="rect">
            <a:avLst/>
          </a:prstGeom>
        </p:spPr>
        <p:txBody>
          <a:bodyPr/>
          <a:lstStyle/>
          <a:p>
            <a:fld id="{6D41778C-9E1C-4462-BCA6-1EAF6E1C779D}" type="slidenum">
              <a:rPr kumimoji="1" lang="ja-JP" altLang="en-US" smtClean="0"/>
              <a:t>‹#›</a:t>
            </a:fld>
            <a:endParaRPr kumimoji="1" lang="ja-JP" altLang="en-US"/>
          </a:p>
        </p:txBody>
      </p:sp>
    </p:spTree>
    <p:extLst>
      <p:ext uri="{BB962C8B-B14F-4D97-AF65-F5344CB8AC3E}">
        <p14:creationId xmlns:p14="http://schemas.microsoft.com/office/powerpoint/2010/main" val="2879749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81038" y="365127"/>
            <a:ext cx="8543925" cy="1325563"/>
          </a:xfrm>
          <a:prstGeom prst="rect">
            <a:avLst/>
          </a:prstGeo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81038" y="1825625"/>
            <a:ext cx="4210050" cy="4351338"/>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14913" y="1825625"/>
            <a:ext cx="4210050" cy="4351338"/>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a:xfrm>
            <a:off x="681038" y="6356352"/>
            <a:ext cx="2228850" cy="365125"/>
          </a:xfrm>
          <a:prstGeom prst="rect">
            <a:avLst/>
          </a:prstGeom>
        </p:spPr>
        <p:txBody>
          <a:bodyPr/>
          <a:lstStyle/>
          <a:p>
            <a:fld id="{14483328-9530-4321-9583-6B2E84C2EC77}" type="datetimeFigureOut">
              <a:rPr kumimoji="1" lang="ja-JP" altLang="en-US" smtClean="0"/>
              <a:t>2024/10/1</a:t>
            </a:fld>
            <a:endParaRPr kumimoji="1" lang="ja-JP" altLang="en-US"/>
          </a:p>
        </p:txBody>
      </p:sp>
      <p:sp>
        <p:nvSpPr>
          <p:cNvPr id="6" name="Footer Placeholder 5"/>
          <p:cNvSpPr>
            <a:spLocks noGrp="1"/>
          </p:cNvSpPr>
          <p:nvPr>
            <p:ph type="ftr" sz="quarter" idx="11"/>
          </p:nvPr>
        </p:nvSpPr>
        <p:spPr>
          <a:xfrm>
            <a:off x="3281363" y="6356352"/>
            <a:ext cx="3343275" cy="365125"/>
          </a:xfrm>
          <a:prstGeom prst="rect">
            <a:avLst/>
          </a:prstGeom>
        </p:spPr>
        <p:txBody>
          <a:bodyPr/>
          <a:lstStyle/>
          <a:p>
            <a:endParaRPr kumimoji="1" lang="ja-JP" altLang="en-US"/>
          </a:p>
        </p:txBody>
      </p:sp>
      <p:sp>
        <p:nvSpPr>
          <p:cNvPr id="7" name="Slide Number Placeholder 6"/>
          <p:cNvSpPr>
            <a:spLocks noGrp="1"/>
          </p:cNvSpPr>
          <p:nvPr>
            <p:ph type="sldNum" sz="quarter" idx="12"/>
          </p:nvPr>
        </p:nvSpPr>
        <p:spPr>
          <a:xfrm>
            <a:off x="6996113" y="6356352"/>
            <a:ext cx="2228850" cy="365125"/>
          </a:xfrm>
          <a:prstGeom prst="rect">
            <a:avLst/>
          </a:prstGeom>
        </p:spPr>
        <p:txBody>
          <a:bodyPr/>
          <a:lstStyle/>
          <a:p>
            <a:fld id="{6D41778C-9E1C-4462-BCA6-1EAF6E1C779D}" type="slidenum">
              <a:rPr kumimoji="1" lang="ja-JP" altLang="en-US" smtClean="0"/>
              <a:t>‹#›</a:t>
            </a:fld>
            <a:endParaRPr kumimoji="1" lang="ja-JP" altLang="en-US"/>
          </a:p>
        </p:txBody>
      </p:sp>
    </p:spTree>
    <p:extLst>
      <p:ext uri="{BB962C8B-B14F-4D97-AF65-F5344CB8AC3E}">
        <p14:creationId xmlns:p14="http://schemas.microsoft.com/office/powerpoint/2010/main" val="1341249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a:prstGeom prst="rect">
            <a:avLst/>
          </a:prstGeo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2329" y="1681163"/>
            <a:ext cx="4190702"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82329" y="2505075"/>
            <a:ext cx="4190702" cy="3684588"/>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14913" y="1681163"/>
            <a:ext cx="4211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14913" y="2505075"/>
            <a:ext cx="4211340" cy="3684588"/>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a:xfrm>
            <a:off x="681038" y="6356352"/>
            <a:ext cx="2228850" cy="365125"/>
          </a:xfrm>
          <a:prstGeom prst="rect">
            <a:avLst/>
          </a:prstGeom>
        </p:spPr>
        <p:txBody>
          <a:bodyPr/>
          <a:lstStyle/>
          <a:p>
            <a:fld id="{14483328-9530-4321-9583-6B2E84C2EC77}" type="datetimeFigureOut">
              <a:rPr kumimoji="1" lang="ja-JP" altLang="en-US" smtClean="0"/>
              <a:t>2024/10/1</a:t>
            </a:fld>
            <a:endParaRPr kumimoji="1" lang="ja-JP" altLang="en-US"/>
          </a:p>
        </p:txBody>
      </p:sp>
      <p:sp>
        <p:nvSpPr>
          <p:cNvPr id="8" name="Footer Placeholder 7"/>
          <p:cNvSpPr>
            <a:spLocks noGrp="1"/>
          </p:cNvSpPr>
          <p:nvPr>
            <p:ph type="ftr" sz="quarter" idx="11"/>
          </p:nvPr>
        </p:nvSpPr>
        <p:spPr>
          <a:xfrm>
            <a:off x="3281363" y="6356352"/>
            <a:ext cx="3343275" cy="365125"/>
          </a:xfrm>
          <a:prstGeom prst="rect">
            <a:avLst/>
          </a:prstGeom>
        </p:spPr>
        <p:txBody>
          <a:bodyPr/>
          <a:lstStyle/>
          <a:p>
            <a:endParaRPr kumimoji="1" lang="ja-JP" altLang="en-US"/>
          </a:p>
        </p:txBody>
      </p:sp>
      <p:sp>
        <p:nvSpPr>
          <p:cNvPr id="9" name="Slide Number Placeholder 8"/>
          <p:cNvSpPr>
            <a:spLocks noGrp="1"/>
          </p:cNvSpPr>
          <p:nvPr>
            <p:ph type="sldNum" sz="quarter" idx="12"/>
          </p:nvPr>
        </p:nvSpPr>
        <p:spPr>
          <a:xfrm>
            <a:off x="6996113" y="6356352"/>
            <a:ext cx="2228850" cy="365125"/>
          </a:xfrm>
          <a:prstGeom prst="rect">
            <a:avLst/>
          </a:prstGeom>
        </p:spPr>
        <p:txBody>
          <a:bodyPr/>
          <a:lstStyle/>
          <a:p>
            <a:fld id="{6D41778C-9E1C-4462-BCA6-1EAF6E1C779D}" type="slidenum">
              <a:rPr kumimoji="1" lang="ja-JP" altLang="en-US" smtClean="0"/>
              <a:t>‹#›</a:t>
            </a:fld>
            <a:endParaRPr kumimoji="1" lang="ja-JP" altLang="en-US"/>
          </a:p>
        </p:txBody>
      </p:sp>
    </p:spTree>
    <p:extLst>
      <p:ext uri="{BB962C8B-B14F-4D97-AF65-F5344CB8AC3E}">
        <p14:creationId xmlns:p14="http://schemas.microsoft.com/office/powerpoint/2010/main" val="1646193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681038" y="365127"/>
            <a:ext cx="8543925" cy="1325563"/>
          </a:xfrm>
          <a:prstGeom prst="rect">
            <a:avLst/>
          </a:prstGeom>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a:xfrm>
            <a:off x="681038" y="6356352"/>
            <a:ext cx="2228850" cy="365125"/>
          </a:xfrm>
          <a:prstGeom prst="rect">
            <a:avLst/>
          </a:prstGeom>
        </p:spPr>
        <p:txBody>
          <a:bodyPr/>
          <a:lstStyle/>
          <a:p>
            <a:fld id="{14483328-9530-4321-9583-6B2E84C2EC77}" type="datetimeFigureOut">
              <a:rPr kumimoji="1" lang="ja-JP" altLang="en-US" smtClean="0"/>
              <a:t>2024/10/1</a:t>
            </a:fld>
            <a:endParaRPr kumimoji="1" lang="ja-JP" altLang="en-US"/>
          </a:p>
        </p:txBody>
      </p:sp>
      <p:sp>
        <p:nvSpPr>
          <p:cNvPr id="4" name="Footer Placeholder 3"/>
          <p:cNvSpPr>
            <a:spLocks noGrp="1"/>
          </p:cNvSpPr>
          <p:nvPr>
            <p:ph type="ftr" sz="quarter" idx="11"/>
          </p:nvPr>
        </p:nvSpPr>
        <p:spPr>
          <a:xfrm>
            <a:off x="3281363" y="6356352"/>
            <a:ext cx="3343275" cy="365125"/>
          </a:xfrm>
          <a:prstGeom prst="rect">
            <a:avLst/>
          </a:prstGeom>
        </p:spPr>
        <p:txBody>
          <a:bodyPr/>
          <a:lstStyle/>
          <a:p>
            <a:endParaRPr kumimoji="1" lang="ja-JP" altLang="en-US"/>
          </a:p>
        </p:txBody>
      </p:sp>
      <p:sp>
        <p:nvSpPr>
          <p:cNvPr id="5" name="Slide Number Placeholder 4"/>
          <p:cNvSpPr>
            <a:spLocks noGrp="1"/>
          </p:cNvSpPr>
          <p:nvPr>
            <p:ph type="sldNum" sz="quarter" idx="12"/>
          </p:nvPr>
        </p:nvSpPr>
        <p:spPr>
          <a:xfrm>
            <a:off x="6996113" y="6356352"/>
            <a:ext cx="2228850" cy="365125"/>
          </a:xfrm>
          <a:prstGeom prst="rect">
            <a:avLst/>
          </a:prstGeom>
        </p:spPr>
        <p:txBody>
          <a:bodyPr/>
          <a:lstStyle/>
          <a:p>
            <a:fld id="{6D41778C-9E1C-4462-BCA6-1EAF6E1C779D}" type="slidenum">
              <a:rPr kumimoji="1" lang="ja-JP" altLang="en-US" smtClean="0"/>
              <a:t>‹#›</a:t>
            </a:fld>
            <a:endParaRPr kumimoji="1" lang="ja-JP" altLang="en-US"/>
          </a:p>
        </p:txBody>
      </p:sp>
    </p:spTree>
    <p:extLst>
      <p:ext uri="{BB962C8B-B14F-4D97-AF65-F5344CB8AC3E}">
        <p14:creationId xmlns:p14="http://schemas.microsoft.com/office/powerpoint/2010/main" val="825961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81038" y="6356352"/>
            <a:ext cx="2228850" cy="365125"/>
          </a:xfrm>
          <a:prstGeom prst="rect">
            <a:avLst/>
          </a:prstGeom>
        </p:spPr>
        <p:txBody>
          <a:bodyPr/>
          <a:lstStyle/>
          <a:p>
            <a:fld id="{14483328-9530-4321-9583-6B2E84C2EC77}" type="datetimeFigureOut">
              <a:rPr kumimoji="1" lang="ja-JP" altLang="en-US" smtClean="0"/>
              <a:t>2024/10/1</a:t>
            </a:fld>
            <a:endParaRPr kumimoji="1" lang="ja-JP" altLang="en-US"/>
          </a:p>
        </p:txBody>
      </p:sp>
      <p:sp>
        <p:nvSpPr>
          <p:cNvPr id="3" name="Footer Placeholder 2"/>
          <p:cNvSpPr>
            <a:spLocks noGrp="1"/>
          </p:cNvSpPr>
          <p:nvPr>
            <p:ph type="ftr" sz="quarter" idx="11"/>
          </p:nvPr>
        </p:nvSpPr>
        <p:spPr>
          <a:xfrm>
            <a:off x="3281363" y="6356352"/>
            <a:ext cx="3343275" cy="365125"/>
          </a:xfrm>
          <a:prstGeom prst="rect">
            <a:avLst/>
          </a:prstGeom>
        </p:spPr>
        <p:txBody>
          <a:bodyPr/>
          <a:lstStyle/>
          <a:p>
            <a:endParaRPr kumimoji="1" lang="ja-JP" altLang="en-US"/>
          </a:p>
        </p:txBody>
      </p:sp>
      <p:sp>
        <p:nvSpPr>
          <p:cNvPr id="4" name="Slide Number Placeholder 3"/>
          <p:cNvSpPr>
            <a:spLocks noGrp="1"/>
          </p:cNvSpPr>
          <p:nvPr>
            <p:ph type="sldNum" sz="quarter" idx="12"/>
          </p:nvPr>
        </p:nvSpPr>
        <p:spPr>
          <a:xfrm>
            <a:off x="6996113" y="6356352"/>
            <a:ext cx="2228850" cy="365125"/>
          </a:xfrm>
          <a:prstGeom prst="rect">
            <a:avLst/>
          </a:prstGeom>
        </p:spPr>
        <p:txBody>
          <a:bodyPr/>
          <a:lstStyle/>
          <a:p>
            <a:fld id="{6D41778C-9E1C-4462-BCA6-1EAF6E1C779D}" type="slidenum">
              <a:rPr kumimoji="1" lang="ja-JP" altLang="en-US" smtClean="0"/>
              <a:t>‹#›</a:t>
            </a:fld>
            <a:endParaRPr kumimoji="1" lang="ja-JP" altLang="en-US"/>
          </a:p>
        </p:txBody>
      </p:sp>
    </p:spTree>
    <p:extLst>
      <p:ext uri="{BB962C8B-B14F-4D97-AF65-F5344CB8AC3E}">
        <p14:creationId xmlns:p14="http://schemas.microsoft.com/office/powerpoint/2010/main" val="1330982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a:prstGeom prst="rect">
            <a:avLst/>
          </a:prstGeo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4211340" y="987427"/>
            <a:ext cx="5014913"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82328" y="2057400"/>
            <a:ext cx="3194943"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a:xfrm>
            <a:off x="681038" y="6356352"/>
            <a:ext cx="2228850" cy="365125"/>
          </a:xfrm>
          <a:prstGeom prst="rect">
            <a:avLst/>
          </a:prstGeom>
        </p:spPr>
        <p:txBody>
          <a:bodyPr/>
          <a:lstStyle/>
          <a:p>
            <a:fld id="{14483328-9530-4321-9583-6B2E84C2EC77}" type="datetimeFigureOut">
              <a:rPr kumimoji="1" lang="ja-JP" altLang="en-US" smtClean="0"/>
              <a:t>2024/10/1</a:t>
            </a:fld>
            <a:endParaRPr kumimoji="1" lang="ja-JP" altLang="en-US"/>
          </a:p>
        </p:txBody>
      </p:sp>
      <p:sp>
        <p:nvSpPr>
          <p:cNvPr id="6" name="Footer Placeholder 5"/>
          <p:cNvSpPr>
            <a:spLocks noGrp="1"/>
          </p:cNvSpPr>
          <p:nvPr>
            <p:ph type="ftr" sz="quarter" idx="11"/>
          </p:nvPr>
        </p:nvSpPr>
        <p:spPr>
          <a:xfrm>
            <a:off x="3281363" y="6356352"/>
            <a:ext cx="3343275" cy="365125"/>
          </a:xfrm>
          <a:prstGeom prst="rect">
            <a:avLst/>
          </a:prstGeom>
        </p:spPr>
        <p:txBody>
          <a:bodyPr/>
          <a:lstStyle/>
          <a:p>
            <a:endParaRPr kumimoji="1" lang="ja-JP" altLang="en-US"/>
          </a:p>
        </p:txBody>
      </p:sp>
      <p:sp>
        <p:nvSpPr>
          <p:cNvPr id="7" name="Slide Number Placeholder 6"/>
          <p:cNvSpPr>
            <a:spLocks noGrp="1"/>
          </p:cNvSpPr>
          <p:nvPr>
            <p:ph type="sldNum" sz="quarter" idx="12"/>
          </p:nvPr>
        </p:nvSpPr>
        <p:spPr>
          <a:xfrm>
            <a:off x="6996113" y="6356352"/>
            <a:ext cx="2228850" cy="365125"/>
          </a:xfrm>
          <a:prstGeom prst="rect">
            <a:avLst/>
          </a:prstGeom>
        </p:spPr>
        <p:txBody>
          <a:bodyPr/>
          <a:lstStyle/>
          <a:p>
            <a:fld id="{6D41778C-9E1C-4462-BCA6-1EAF6E1C779D}" type="slidenum">
              <a:rPr kumimoji="1" lang="ja-JP" altLang="en-US" smtClean="0"/>
              <a:t>‹#›</a:t>
            </a:fld>
            <a:endParaRPr kumimoji="1" lang="ja-JP" altLang="en-US"/>
          </a:p>
        </p:txBody>
      </p:sp>
    </p:spTree>
    <p:extLst>
      <p:ext uri="{BB962C8B-B14F-4D97-AF65-F5344CB8AC3E}">
        <p14:creationId xmlns:p14="http://schemas.microsoft.com/office/powerpoint/2010/main" val="3282689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a:prstGeom prst="rect">
            <a:avLst/>
          </a:prstGeo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4211340" y="987427"/>
            <a:ext cx="5014913"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82328" y="2057400"/>
            <a:ext cx="3194943"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a:xfrm>
            <a:off x="681038" y="6356352"/>
            <a:ext cx="2228850" cy="365125"/>
          </a:xfrm>
          <a:prstGeom prst="rect">
            <a:avLst/>
          </a:prstGeom>
        </p:spPr>
        <p:txBody>
          <a:bodyPr/>
          <a:lstStyle/>
          <a:p>
            <a:fld id="{14483328-9530-4321-9583-6B2E84C2EC77}" type="datetimeFigureOut">
              <a:rPr kumimoji="1" lang="ja-JP" altLang="en-US" smtClean="0"/>
              <a:t>2024/10/1</a:t>
            </a:fld>
            <a:endParaRPr kumimoji="1" lang="ja-JP" altLang="en-US"/>
          </a:p>
        </p:txBody>
      </p:sp>
      <p:sp>
        <p:nvSpPr>
          <p:cNvPr id="6" name="Footer Placeholder 5"/>
          <p:cNvSpPr>
            <a:spLocks noGrp="1"/>
          </p:cNvSpPr>
          <p:nvPr>
            <p:ph type="ftr" sz="quarter" idx="11"/>
          </p:nvPr>
        </p:nvSpPr>
        <p:spPr>
          <a:xfrm>
            <a:off x="3281363" y="6356352"/>
            <a:ext cx="3343275" cy="365125"/>
          </a:xfrm>
          <a:prstGeom prst="rect">
            <a:avLst/>
          </a:prstGeom>
        </p:spPr>
        <p:txBody>
          <a:bodyPr/>
          <a:lstStyle/>
          <a:p>
            <a:endParaRPr kumimoji="1" lang="ja-JP" altLang="en-US"/>
          </a:p>
        </p:txBody>
      </p:sp>
      <p:sp>
        <p:nvSpPr>
          <p:cNvPr id="7" name="Slide Number Placeholder 6"/>
          <p:cNvSpPr>
            <a:spLocks noGrp="1"/>
          </p:cNvSpPr>
          <p:nvPr>
            <p:ph type="sldNum" sz="quarter" idx="12"/>
          </p:nvPr>
        </p:nvSpPr>
        <p:spPr>
          <a:xfrm>
            <a:off x="6996113" y="6356352"/>
            <a:ext cx="2228850" cy="365125"/>
          </a:xfrm>
          <a:prstGeom prst="rect">
            <a:avLst/>
          </a:prstGeom>
        </p:spPr>
        <p:txBody>
          <a:bodyPr/>
          <a:lstStyle/>
          <a:p>
            <a:fld id="{6D41778C-9E1C-4462-BCA6-1EAF6E1C779D}" type="slidenum">
              <a:rPr kumimoji="1" lang="ja-JP" altLang="en-US" smtClean="0"/>
              <a:t>‹#›</a:t>
            </a:fld>
            <a:endParaRPr kumimoji="1" lang="ja-JP" altLang="en-US"/>
          </a:p>
        </p:txBody>
      </p:sp>
    </p:spTree>
    <p:extLst>
      <p:ext uri="{BB962C8B-B14F-4D97-AF65-F5344CB8AC3E}">
        <p14:creationId xmlns:p14="http://schemas.microsoft.com/office/powerpoint/2010/main" val="2062940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a:xfrm>
            <a:off x="681038" y="365127"/>
            <a:ext cx="8543925" cy="1325563"/>
          </a:xfrm>
          <a:prstGeom prst="rect">
            <a:avLst/>
          </a:prstGeom>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81038" y="1825625"/>
            <a:ext cx="8543925" cy="4351338"/>
          </a:xfrm>
          <a:prstGeom prst="rect">
            <a:avLst/>
          </a:prstGeo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681038" y="6356352"/>
            <a:ext cx="2228850" cy="365125"/>
          </a:xfrm>
          <a:prstGeom prst="rect">
            <a:avLst/>
          </a:prstGeom>
        </p:spPr>
        <p:txBody>
          <a:bodyPr/>
          <a:lstStyle/>
          <a:p>
            <a:fld id="{14483328-9530-4321-9583-6B2E84C2EC77}" type="datetimeFigureOut">
              <a:rPr kumimoji="1" lang="ja-JP" altLang="en-US" smtClean="0"/>
              <a:t>2024/10/1</a:t>
            </a:fld>
            <a:endParaRPr kumimoji="1" lang="ja-JP" altLang="en-US"/>
          </a:p>
        </p:txBody>
      </p:sp>
      <p:sp>
        <p:nvSpPr>
          <p:cNvPr id="5" name="Footer Placeholder 4"/>
          <p:cNvSpPr>
            <a:spLocks noGrp="1"/>
          </p:cNvSpPr>
          <p:nvPr>
            <p:ph type="ftr" sz="quarter" idx="11"/>
          </p:nvPr>
        </p:nvSpPr>
        <p:spPr>
          <a:xfrm>
            <a:off x="3281363" y="6356352"/>
            <a:ext cx="3343275" cy="365125"/>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a:xfrm>
            <a:off x="6996113" y="6356352"/>
            <a:ext cx="2228850" cy="365125"/>
          </a:xfrm>
          <a:prstGeom prst="rect">
            <a:avLst/>
          </a:prstGeom>
        </p:spPr>
        <p:txBody>
          <a:bodyPr/>
          <a:lstStyle/>
          <a:p>
            <a:fld id="{6D41778C-9E1C-4462-BCA6-1EAF6E1C779D}" type="slidenum">
              <a:rPr kumimoji="1" lang="ja-JP" altLang="en-US" smtClean="0"/>
              <a:t>‹#›</a:t>
            </a:fld>
            <a:endParaRPr kumimoji="1" lang="ja-JP" altLang="en-US"/>
          </a:p>
        </p:txBody>
      </p:sp>
    </p:spTree>
    <p:extLst>
      <p:ext uri="{BB962C8B-B14F-4D97-AF65-F5344CB8AC3E}">
        <p14:creationId xmlns:p14="http://schemas.microsoft.com/office/powerpoint/2010/main" val="1834066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a:prstGeom prst="rect">
            <a:avLst/>
          </a:prstGeo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81038" y="365125"/>
            <a:ext cx="6284119" cy="5811838"/>
          </a:xfrm>
          <a:prstGeom prst="rect">
            <a:avLst/>
          </a:prstGeo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681038" y="6356352"/>
            <a:ext cx="2228850" cy="365125"/>
          </a:xfrm>
          <a:prstGeom prst="rect">
            <a:avLst/>
          </a:prstGeom>
        </p:spPr>
        <p:txBody>
          <a:bodyPr/>
          <a:lstStyle/>
          <a:p>
            <a:fld id="{14483328-9530-4321-9583-6B2E84C2EC77}" type="datetimeFigureOut">
              <a:rPr kumimoji="1" lang="ja-JP" altLang="en-US" smtClean="0"/>
              <a:t>2024/10/1</a:t>
            </a:fld>
            <a:endParaRPr kumimoji="1" lang="ja-JP" altLang="en-US"/>
          </a:p>
        </p:txBody>
      </p:sp>
      <p:sp>
        <p:nvSpPr>
          <p:cNvPr id="5" name="Footer Placeholder 4"/>
          <p:cNvSpPr>
            <a:spLocks noGrp="1"/>
          </p:cNvSpPr>
          <p:nvPr>
            <p:ph type="ftr" sz="quarter" idx="11"/>
          </p:nvPr>
        </p:nvSpPr>
        <p:spPr>
          <a:xfrm>
            <a:off x="3281363" y="6356352"/>
            <a:ext cx="3343275" cy="365125"/>
          </a:xfrm>
          <a:prstGeom prst="rect">
            <a:avLst/>
          </a:prstGeom>
        </p:spPr>
        <p:txBody>
          <a:bodyPr/>
          <a:lstStyle/>
          <a:p>
            <a:endParaRPr kumimoji="1" lang="ja-JP" altLang="en-US"/>
          </a:p>
        </p:txBody>
      </p:sp>
      <p:sp>
        <p:nvSpPr>
          <p:cNvPr id="6" name="Slide Number Placeholder 5"/>
          <p:cNvSpPr>
            <a:spLocks noGrp="1"/>
          </p:cNvSpPr>
          <p:nvPr>
            <p:ph type="sldNum" sz="quarter" idx="12"/>
          </p:nvPr>
        </p:nvSpPr>
        <p:spPr>
          <a:xfrm>
            <a:off x="6996113" y="6356352"/>
            <a:ext cx="2228850" cy="365125"/>
          </a:xfrm>
          <a:prstGeom prst="rect">
            <a:avLst/>
          </a:prstGeom>
        </p:spPr>
        <p:txBody>
          <a:bodyPr/>
          <a:lstStyle/>
          <a:p>
            <a:fld id="{6D41778C-9E1C-4462-BCA6-1EAF6E1C779D}" type="slidenum">
              <a:rPr kumimoji="1" lang="ja-JP" altLang="en-US" smtClean="0"/>
              <a:t>‹#›</a:t>
            </a:fld>
            <a:endParaRPr kumimoji="1" lang="ja-JP" altLang="en-US"/>
          </a:p>
        </p:txBody>
      </p:sp>
    </p:spTree>
    <p:extLst>
      <p:ext uri="{BB962C8B-B14F-4D97-AF65-F5344CB8AC3E}">
        <p14:creationId xmlns:p14="http://schemas.microsoft.com/office/powerpoint/2010/main" val="2752489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25648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3FC0997C-B67B-4898-AA6B-CACF677DF91A}"/>
              </a:ext>
            </a:extLst>
          </p:cNvPr>
          <p:cNvSpPr/>
          <p:nvPr/>
        </p:nvSpPr>
        <p:spPr>
          <a:xfrm>
            <a:off x="0" y="-8678"/>
            <a:ext cx="9906000" cy="6858000"/>
          </a:xfrm>
          <a:prstGeom prst="rect">
            <a:avLst/>
          </a:prstGeom>
          <a:noFill/>
          <a:ln>
            <a:solidFill>
              <a:schemeClr val="bg1"/>
            </a:solid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en-US" altLang="ja-JP" sz="1400" dirty="0">
              <a:ln>
                <a:solidFill>
                  <a:schemeClr val="tx1"/>
                </a:solidFill>
              </a:ln>
              <a:solidFill>
                <a:schemeClr val="tx1"/>
              </a:solidFill>
              <a:effectLst>
                <a:glow rad="228600">
                  <a:schemeClr val="bg1">
                    <a:alpha val="40000"/>
                  </a:schemeClr>
                </a:glow>
                <a:innerShdw blurRad="114300">
                  <a:prstClr val="black"/>
                </a:innerShdw>
              </a:effectLst>
              <a:latin typeface="HG正楷書体-PRO" panose="03000600000000000000" pitchFamily="66" charset="-128"/>
              <a:ea typeface="HG正楷書体-PRO" panose="03000600000000000000" pitchFamily="66" charset="-128"/>
            </a:endParaRPr>
          </a:p>
          <a:p>
            <a:pPr algn="ctr">
              <a:lnSpc>
                <a:spcPct val="130000"/>
              </a:lnSpc>
            </a:pPr>
            <a:endParaRPr lang="en-US" altLang="ja-JP" sz="1400" dirty="0">
              <a:ln>
                <a:solidFill>
                  <a:schemeClr val="tx1"/>
                </a:solidFill>
              </a:ln>
              <a:solidFill>
                <a:schemeClr val="tx1"/>
              </a:solidFill>
              <a:effectLst>
                <a:glow rad="228600">
                  <a:schemeClr val="bg1">
                    <a:alpha val="40000"/>
                  </a:schemeClr>
                </a:glow>
                <a:innerShdw blurRad="114300">
                  <a:prstClr val="black"/>
                </a:innerShdw>
              </a:effectLst>
              <a:latin typeface="HG正楷書体-PRO" panose="03000600000000000000" pitchFamily="66" charset="-128"/>
              <a:ea typeface="HG正楷書体-PRO" panose="03000600000000000000" pitchFamily="66" charset="-128"/>
            </a:endParaRPr>
          </a:p>
          <a:p>
            <a:pPr algn="ctr">
              <a:lnSpc>
                <a:spcPct val="130000"/>
              </a:lnSpc>
            </a:pPr>
            <a:endParaRPr lang="en-US" altLang="ja-JP" sz="1400" dirty="0">
              <a:ln>
                <a:solidFill>
                  <a:schemeClr val="tx1"/>
                </a:solidFill>
              </a:ln>
              <a:solidFill>
                <a:schemeClr val="tx1"/>
              </a:solidFill>
              <a:effectLst>
                <a:glow rad="228600">
                  <a:schemeClr val="bg1">
                    <a:alpha val="40000"/>
                  </a:schemeClr>
                </a:glow>
                <a:innerShdw blurRad="114300">
                  <a:prstClr val="black"/>
                </a:innerShdw>
              </a:effectLst>
              <a:latin typeface="HG正楷書体-PRO" panose="03000600000000000000" pitchFamily="66" charset="-128"/>
              <a:ea typeface="HG正楷書体-PRO" panose="03000600000000000000" pitchFamily="66" charset="-128"/>
            </a:endParaRPr>
          </a:p>
          <a:p>
            <a:pPr algn="ctr">
              <a:lnSpc>
                <a:spcPct val="130000"/>
              </a:lnSpc>
            </a:pP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和妻の語源は手妻。</a:t>
            </a:r>
          </a:p>
          <a:p>
            <a:pPr algn="ctr">
              <a:lnSpc>
                <a:spcPct val="130000"/>
              </a:lnSpc>
            </a:pP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手に稲妻の妻と書きます。</a:t>
            </a:r>
          </a:p>
          <a:p>
            <a:pPr algn="ctr">
              <a:lnSpc>
                <a:spcPct val="130000"/>
              </a:lnSpc>
            </a:pP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手を変え品を変え手は稲妻のごとしと</a:t>
            </a:r>
            <a:r>
              <a:rPr lang="ja-JP" altLang="en-US"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言われていた事が所以です</a:t>
            </a: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a:t>
            </a:r>
          </a:p>
          <a:p>
            <a:pPr algn="ctr">
              <a:lnSpc>
                <a:spcPct val="130000"/>
              </a:lnSpc>
            </a:pP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江戸時代には、西洋の手品が多く日本に伝わってきました。</a:t>
            </a:r>
            <a:endPar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endParaRPr>
          </a:p>
          <a:p>
            <a:pPr algn="ctr">
              <a:lnSpc>
                <a:spcPct val="130000"/>
              </a:lnSpc>
            </a:pPr>
            <a:r>
              <a:rPr lang="ja-JP" altLang="en-US"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そこで日本と西洋の手品を区別する言葉として</a:t>
            </a:r>
            <a:endPar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endParaRPr>
          </a:p>
          <a:p>
            <a:pPr algn="ctr">
              <a:lnSpc>
                <a:spcPct val="130000"/>
              </a:lnSpc>
            </a:pP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西洋のダイナミック</a:t>
            </a:r>
            <a:r>
              <a:rPr lang="ja-JP" altLang="en-US"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な</a:t>
            </a: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手品を</a:t>
            </a:r>
            <a:r>
              <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a:t>
            </a: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洋妻</a:t>
            </a:r>
            <a:r>
              <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a:t>
            </a:r>
          </a:p>
          <a:p>
            <a:pPr algn="ctr">
              <a:lnSpc>
                <a:spcPct val="130000"/>
              </a:lnSpc>
            </a:pP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日本の繊細で情緒豊かな手品を</a:t>
            </a:r>
            <a:r>
              <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a:t>
            </a: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和妻</a:t>
            </a:r>
            <a:r>
              <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a:t>
            </a: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と</a:t>
            </a:r>
            <a:r>
              <a:rPr lang="ja-JP" altLang="en-US"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呼び分けられる様になりました。</a:t>
            </a:r>
            <a:endPar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endParaRPr>
          </a:p>
          <a:p>
            <a:pPr algn="ctr">
              <a:lnSpc>
                <a:spcPct val="130000"/>
              </a:lnSpc>
            </a:pPr>
            <a:endPar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endParaRPr>
          </a:p>
          <a:p>
            <a:pPr lvl="0" algn="ctr" defTabSz="914400" eaLnBrk="0" fontAlgn="base" hangingPunct="0">
              <a:lnSpc>
                <a:spcPct val="130000"/>
              </a:lnSpc>
              <a:spcBef>
                <a:spcPct val="0"/>
              </a:spcBef>
              <a:spcAft>
                <a:spcPct val="0"/>
              </a:spcAft>
            </a:pPr>
            <a:r>
              <a:rPr lang="ja-JP" altLang="en-US"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rPr>
              <a:t>そして、和妻の中の演目の一つに</a:t>
            </a:r>
            <a:r>
              <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rPr>
              <a:t>【</a:t>
            </a:r>
            <a:r>
              <a:rPr lang="ja-JP" altLang="en-US"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rPr>
              <a:t>水芸</a:t>
            </a:r>
            <a:r>
              <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rPr>
              <a:t>】</a:t>
            </a:r>
            <a:r>
              <a:rPr lang="ja-JP" altLang="en-US"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rPr>
              <a:t>があります。</a:t>
            </a:r>
            <a:endPar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endParaRPr>
          </a:p>
          <a:p>
            <a:pPr lvl="0" algn="ctr" defTabSz="914400" eaLnBrk="0" fontAlgn="base" hangingPunct="0">
              <a:lnSpc>
                <a:spcPct val="130000"/>
              </a:lnSpc>
              <a:spcBef>
                <a:spcPct val="0"/>
              </a:spcBef>
              <a:spcAft>
                <a:spcPct val="0"/>
              </a:spcAft>
            </a:pP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rPr>
              <a:t>明治後半から昭和初期まで魔術の女王として君臨したのが松旭斎天勝。</a:t>
            </a:r>
            <a:endPar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endParaRPr>
          </a:p>
          <a:p>
            <a:pPr lvl="0" algn="ctr" defTabSz="914400" eaLnBrk="0" fontAlgn="base" hangingPunct="0">
              <a:lnSpc>
                <a:spcPct val="130000"/>
              </a:lnSpc>
              <a:spcBef>
                <a:spcPct val="0"/>
              </a:spcBef>
              <a:spcAft>
                <a:spcPct val="0"/>
              </a:spcAft>
            </a:pP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rPr>
              <a:t>日本人離れしたスタイルと美貌で多くの海外公演を成功させ、凱旋公演ではモダンなショーで大衆を虜にし</a:t>
            </a:r>
            <a:endPar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endParaRPr>
          </a:p>
          <a:p>
            <a:pPr lvl="0" algn="ctr" defTabSz="914400" eaLnBrk="0" fontAlgn="base" hangingPunct="0">
              <a:lnSpc>
                <a:spcPct val="130000"/>
              </a:lnSpc>
              <a:spcBef>
                <a:spcPct val="0"/>
              </a:spcBef>
              <a:spcAft>
                <a:spcPct val="0"/>
              </a:spcAft>
            </a:pP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rPr>
              <a:t>モデルや映画出演など一世風靡するほど。</a:t>
            </a:r>
            <a:endPar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endParaRPr>
          </a:p>
          <a:p>
            <a:pPr lvl="0" algn="ctr" defTabSz="914400" eaLnBrk="0" fontAlgn="base" hangingPunct="0">
              <a:lnSpc>
                <a:spcPct val="130000"/>
              </a:lnSpc>
              <a:spcBef>
                <a:spcPct val="0"/>
              </a:spcBef>
              <a:spcAft>
                <a:spcPct val="0"/>
              </a:spcAft>
            </a:pPr>
            <a:r>
              <a:rPr lang="ja-JP" altLang="en-US"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rPr>
              <a:t>その天勝の十八番</a:t>
            </a:r>
            <a:r>
              <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rPr>
              <a:t>(</a:t>
            </a:r>
            <a:r>
              <a:rPr lang="ja-JP" altLang="en-US"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rPr>
              <a:t>おはこ</a:t>
            </a:r>
            <a:r>
              <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rPr>
              <a:t>)</a:t>
            </a:r>
            <a:r>
              <a:rPr lang="ja-JP" altLang="en-US"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rPr>
              <a:t>の水芸は、「二代目天勝」「松旭斎正恵」と継承され</a:t>
            </a:r>
            <a:endPar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endParaRPr>
          </a:p>
          <a:p>
            <a:pPr lvl="0" algn="ctr" defTabSz="914400" eaLnBrk="0" fontAlgn="base" hangingPunct="0">
              <a:lnSpc>
                <a:spcPct val="130000"/>
              </a:lnSpc>
              <a:spcBef>
                <a:spcPct val="0"/>
              </a:spcBef>
              <a:spcAft>
                <a:spcPct val="0"/>
              </a:spcAft>
            </a:pPr>
            <a:r>
              <a:rPr lang="ja-JP" altLang="en-US"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rPr>
              <a:t>現在では、女性水芸のその技と美しさを、</a:t>
            </a:r>
            <a:endPar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endParaRPr>
          </a:p>
          <a:p>
            <a:pPr lvl="0" algn="ctr" defTabSz="914400" eaLnBrk="0" fontAlgn="base" hangingPunct="0">
              <a:lnSpc>
                <a:spcPct val="130000"/>
              </a:lnSpc>
              <a:spcBef>
                <a:spcPct val="0"/>
              </a:spcBef>
              <a:spcAft>
                <a:spcPct val="0"/>
              </a:spcAft>
            </a:pPr>
            <a:r>
              <a:rPr lang="ja-JP" altLang="en-US"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rPr>
              <a:t>「公益社団法人日本奇術協会」の若き女性プロマジシャンが秘芸を受け継ぐべく日々稽古に励んでおります。</a:t>
            </a:r>
            <a:endPar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endParaRPr>
          </a:p>
          <a:p>
            <a:pPr lvl="0" algn="ctr" defTabSz="914400" eaLnBrk="0" fontAlgn="base" hangingPunct="0">
              <a:lnSpc>
                <a:spcPct val="130000"/>
              </a:lnSpc>
              <a:spcBef>
                <a:spcPct val="0"/>
              </a:spcBef>
              <a:spcAft>
                <a:spcPct val="0"/>
              </a:spcAft>
            </a:pPr>
            <a:r>
              <a:rPr lang="ja-JP" altLang="en-US"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rPr>
              <a:t>どうか優美でつややかな水芸をご堪能ください。</a:t>
            </a:r>
            <a:endPar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cs typeface="Times New Roman" panose="02020603050405020304" pitchFamily="18" charset="0"/>
            </a:endParaRPr>
          </a:p>
          <a:p>
            <a:pPr algn="ctr">
              <a:lnSpc>
                <a:spcPct val="130000"/>
              </a:lnSpc>
            </a:pPr>
            <a:endPar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endParaRPr>
          </a:p>
          <a:p>
            <a:pPr algn="ctr">
              <a:lnSpc>
                <a:spcPct val="130000"/>
              </a:lnSpc>
            </a:pPr>
            <a:r>
              <a:rPr lang="en-US"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1995</a:t>
            </a: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年</a:t>
            </a:r>
            <a:r>
              <a:rPr lang="ja-JP" altLang="en-US"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a:t>
            </a: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『和妻』は文化庁長官により</a:t>
            </a:r>
            <a:r>
              <a:rPr lang="ja-JP" altLang="en-US"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a:t>
            </a: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記録作成等の措置を講ずべき無形文化財</a:t>
            </a:r>
            <a:r>
              <a:rPr lang="ja-JP" altLang="en-US"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a:t>
            </a:r>
            <a:r>
              <a:rPr lang="ja-JP" altLang="ja-JP"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rPr>
              <a:t>として選択されました。</a:t>
            </a:r>
            <a:endParaRPr lang="ja-JP" altLang="en-US" sz="1400" dirty="0">
              <a:ln>
                <a:solidFill>
                  <a:schemeClr val="tx1"/>
                </a:solidFill>
              </a:ln>
              <a:solidFill>
                <a:schemeClr val="tx1"/>
              </a:solidFill>
              <a:effectLst>
                <a:glow rad="228600">
                  <a:schemeClr val="bg1">
                    <a:alpha val="62000"/>
                  </a:schemeClr>
                </a:glow>
                <a:innerShdw blurRad="114300">
                  <a:prstClr val="black"/>
                </a:innerShdw>
              </a:effectLst>
              <a:latin typeface="HG正楷書体-PRO" panose="03000600000000000000" pitchFamily="66" charset="-128"/>
              <a:ea typeface="HG正楷書体-PRO" panose="03000600000000000000" pitchFamily="66" charset="-128"/>
            </a:endParaRPr>
          </a:p>
        </p:txBody>
      </p:sp>
      <p:sp>
        <p:nvSpPr>
          <p:cNvPr id="2" name="テキスト ボックス 1">
            <a:extLst>
              <a:ext uri="{FF2B5EF4-FFF2-40B4-BE49-F238E27FC236}">
                <a16:creationId xmlns:a16="http://schemas.microsoft.com/office/drawing/2014/main" id="{B261CF29-1819-4FCB-8EE7-E7CFA9F22961}"/>
              </a:ext>
            </a:extLst>
          </p:cNvPr>
          <p:cNvSpPr txBox="1"/>
          <p:nvPr/>
        </p:nvSpPr>
        <p:spPr>
          <a:xfrm>
            <a:off x="393970" y="235993"/>
            <a:ext cx="9030571" cy="523220"/>
          </a:xfrm>
          <a:prstGeom prst="rect">
            <a:avLst/>
          </a:prstGeom>
          <a:noFill/>
        </p:spPr>
        <p:txBody>
          <a:bodyPr wrap="square" rtlCol="0">
            <a:spAutoFit/>
          </a:bodyPr>
          <a:lstStyle/>
          <a:p>
            <a:pPr algn="ctr"/>
            <a:r>
              <a:rPr kumimoji="1" lang="ja-JP" altLang="en-US" sz="2800" dirty="0">
                <a:effectLst>
                  <a:glow rad="228600">
                    <a:schemeClr val="accent1">
                      <a:lumMod val="40000"/>
                      <a:lumOff val="60000"/>
                      <a:alpha val="40000"/>
                    </a:schemeClr>
                  </a:glow>
                </a:effectLst>
                <a:latin typeface="HG行書体" panose="03000609000000000000" pitchFamily="65" charset="-128"/>
                <a:ea typeface="HG行書体" panose="03000609000000000000" pitchFamily="65" charset="-128"/>
              </a:rPr>
              <a:t>和妻・水芸ショー</a:t>
            </a:r>
          </a:p>
        </p:txBody>
      </p:sp>
    </p:spTree>
    <p:extLst>
      <p:ext uri="{BB962C8B-B14F-4D97-AF65-F5344CB8AC3E}">
        <p14:creationId xmlns:p14="http://schemas.microsoft.com/office/powerpoint/2010/main" val="3481617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テキスト ボックス 29">
            <a:extLst>
              <a:ext uri="{FF2B5EF4-FFF2-40B4-BE49-F238E27FC236}">
                <a16:creationId xmlns:a16="http://schemas.microsoft.com/office/drawing/2014/main" id="{9F187427-5AAD-45C9-8726-6EDC7598206B}"/>
              </a:ext>
            </a:extLst>
          </p:cNvPr>
          <p:cNvSpPr txBox="1"/>
          <p:nvPr/>
        </p:nvSpPr>
        <p:spPr>
          <a:xfrm>
            <a:off x="99321" y="98903"/>
            <a:ext cx="9707358" cy="538417"/>
          </a:xfrm>
          <a:prstGeom prst="rect">
            <a:avLst/>
          </a:prstGeom>
          <a:blipFill>
            <a:blip r:embed="rId2"/>
            <a:tile tx="0" ty="0" sx="100000" sy="100000" flip="none" algn="tl"/>
          </a:blipFill>
          <a:ln w="12700" cmpd="sng">
            <a:solidFill>
              <a:schemeClr val="bg1"/>
            </a:solidFill>
          </a:ln>
          <a:effectLst>
            <a:glow rad="63500">
              <a:schemeClr val="accent1">
                <a:satMod val="175000"/>
                <a:alpha val="40000"/>
              </a:schemeClr>
            </a:glow>
          </a:effectLst>
        </p:spPr>
        <p:txBody>
          <a:bodyPr wrap="square" rtlCol="0">
            <a:spAutoFit/>
          </a:bodyPr>
          <a:lstStyle/>
          <a:p>
            <a:pPr algn="ctr">
              <a:lnSpc>
                <a:spcPct val="130000"/>
              </a:lnSpc>
            </a:pPr>
            <a:r>
              <a:rPr lang="ja-JP" altLang="en-US" sz="1200" b="1" dirty="0">
                <a:effectLst>
                  <a:glow rad="101600">
                    <a:schemeClr val="accent5">
                      <a:satMod val="175000"/>
                      <a:alpha val="40000"/>
                    </a:schemeClr>
                  </a:glow>
                </a:effectLst>
                <a:latin typeface="HGP明朝E" panose="02020900000000000000" pitchFamily="18" charset="-128"/>
                <a:ea typeface="HGP明朝E" panose="02020900000000000000" pitchFamily="18" charset="-128"/>
              </a:rPr>
              <a:t>江戸手妻は、約４００年前に江戸で誕生し今に伝わる日本古来の伝統的な手品です。</a:t>
            </a:r>
          </a:p>
          <a:p>
            <a:pPr algn="ctr">
              <a:lnSpc>
                <a:spcPct val="130000"/>
              </a:lnSpc>
            </a:pPr>
            <a:r>
              <a:rPr lang="ja-JP" altLang="en-US" sz="1200" b="1" dirty="0">
                <a:effectLst>
                  <a:glow rad="101600">
                    <a:schemeClr val="accent5">
                      <a:satMod val="175000"/>
                      <a:alpha val="40000"/>
                    </a:schemeClr>
                  </a:glow>
                </a:effectLst>
                <a:latin typeface="HGP明朝E" panose="02020900000000000000" pitchFamily="18" charset="-128"/>
                <a:ea typeface="HGP明朝E" panose="02020900000000000000" pitchFamily="18" charset="-128"/>
              </a:rPr>
              <a:t>手品の不思議さだけではなく、型や所作の美しさ、物語と舞いが織りなす和妻は近年、世界からも大変高い評価を受けています。</a:t>
            </a:r>
            <a:endParaRPr kumimoji="1" lang="ja-JP" altLang="en-US" sz="1200" b="1" dirty="0">
              <a:effectLst>
                <a:glow rad="101600">
                  <a:schemeClr val="accent5">
                    <a:satMod val="175000"/>
                    <a:alpha val="40000"/>
                  </a:schemeClr>
                </a:glow>
              </a:effectLst>
              <a:latin typeface="HGP明朝E" panose="02020900000000000000" pitchFamily="18" charset="-128"/>
              <a:ea typeface="HGP明朝E" panose="02020900000000000000" pitchFamily="18" charset="-128"/>
            </a:endParaRPr>
          </a:p>
        </p:txBody>
      </p:sp>
      <p:sp>
        <p:nvSpPr>
          <p:cNvPr id="31" name="テキスト ボックス 30">
            <a:extLst>
              <a:ext uri="{FF2B5EF4-FFF2-40B4-BE49-F238E27FC236}">
                <a16:creationId xmlns:a16="http://schemas.microsoft.com/office/drawing/2014/main" id="{E521C583-066A-4ED5-B691-A3EB3F76E827}"/>
              </a:ext>
            </a:extLst>
          </p:cNvPr>
          <p:cNvSpPr txBox="1"/>
          <p:nvPr/>
        </p:nvSpPr>
        <p:spPr>
          <a:xfrm>
            <a:off x="423601" y="733132"/>
            <a:ext cx="4474960" cy="4093428"/>
          </a:xfrm>
          <a:prstGeom prst="rect">
            <a:avLst/>
          </a:prstGeom>
          <a:noFill/>
          <a:ln>
            <a:noFill/>
          </a:ln>
        </p:spPr>
        <p:txBody>
          <a:bodyPr wrap="square" rtlCol="0">
            <a:spAutoFit/>
          </a:bodyPr>
          <a:lstStyle/>
          <a:p>
            <a:pPr lvl="0"/>
            <a:r>
              <a:rPr lang="en-US" altLang="ja-JP" sz="2000" b="1" dirty="0">
                <a:effectLst>
                  <a:outerShdw blurRad="38100" dist="38100" dir="2700000" algn="tl">
                    <a:srgbClr val="000000">
                      <a:alpha val="43137"/>
                    </a:srgbClr>
                  </a:outerShdw>
                </a:effectLst>
                <a:latin typeface="HGP明朝E" panose="02020900000000000000" pitchFamily="18" charset="-128"/>
                <a:ea typeface="HGP明朝E" panose="02020900000000000000" pitchFamily="18" charset="-128"/>
                <a:cs typeface="Times New Roman" pitchFamily="18" charset="0"/>
              </a:rPr>
              <a:t>【</a:t>
            </a:r>
            <a:r>
              <a:rPr lang="ja-JP" altLang="en-US" sz="2000" b="1" dirty="0">
                <a:effectLst>
                  <a:outerShdw blurRad="38100" dist="38100" dir="2700000" algn="tl">
                    <a:srgbClr val="000000">
                      <a:alpha val="43137"/>
                    </a:srgbClr>
                  </a:outerShdw>
                </a:effectLst>
                <a:latin typeface="HGP明朝E" panose="02020900000000000000" pitchFamily="18" charset="-128"/>
                <a:ea typeface="HGP明朝E" panose="02020900000000000000" pitchFamily="18" charset="-128"/>
                <a:cs typeface="Times New Roman" pitchFamily="18" charset="0"/>
              </a:rPr>
              <a:t>和妻・水芸　ショー構成（例）紹介</a:t>
            </a:r>
            <a:r>
              <a:rPr lang="en-US" altLang="ja-JP" sz="2000" b="1" dirty="0">
                <a:effectLst>
                  <a:outerShdw blurRad="38100" dist="38100" dir="2700000" algn="tl">
                    <a:srgbClr val="000000">
                      <a:alpha val="43137"/>
                    </a:srgbClr>
                  </a:outerShdw>
                </a:effectLst>
                <a:latin typeface="HGP明朝E" panose="02020900000000000000" pitchFamily="18" charset="-128"/>
                <a:ea typeface="HGP明朝E" panose="02020900000000000000" pitchFamily="18" charset="-128"/>
                <a:cs typeface="Times New Roman" pitchFamily="18" charset="0"/>
              </a:rPr>
              <a:t>】</a:t>
            </a:r>
          </a:p>
          <a:p>
            <a:pPr lvl="0"/>
            <a:endParaRPr lang="en-US" altLang="ja-JP" sz="2000" dirty="0">
              <a:latin typeface="HGP明朝E" panose="02020900000000000000" pitchFamily="18" charset="-128"/>
              <a:ea typeface="HGP明朝E" panose="02020900000000000000" pitchFamily="18" charset="-128"/>
              <a:cs typeface="Times New Roman" pitchFamily="18" charset="0"/>
            </a:endParaRPr>
          </a:p>
          <a:p>
            <a:pPr lvl="0"/>
            <a:r>
              <a:rPr lang="ja-JP" altLang="en-US" sz="1200" dirty="0">
                <a:latin typeface="HGP明朝E" panose="02020900000000000000" pitchFamily="18" charset="-128"/>
                <a:ea typeface="HGP明朝E" panose="02020900000000000000" pitchFamily="18" charset="-128"/>
                <a:cs typeface="Times New Roman" pitchFamily="18" charset="0"/>
              </a:rPr>
              <a:t>＊約</a:t>
            </a:r>
            <a:r>
              <a:rPr lang="en-US" altLang="ja-JP" sz="1200" dirty="0">
                <a:latin typeface="HGP明朝E" panose="02020900000000000000" pitchFamily="18" charset="-128"/>
                <a:ea typeface="HGP明朝E" panose="02020900000000000000" pitchFamily="18" charset="-128"/>
                <a:cs typeface="Times New Roman" pitchFamily="18" charset="0"/>
              </a:rPr>
              <a:t>30</a:t>
            </a:r>
            <a:r>
              <a:rPr lang="ja-JP" altLang="en-US" sz="1200" dirty="0">
                <a:latin typeface="HGP明朝E" panose="02020900000000000000" pitchFamily="18" charset="-128"/>
                <a:ea typeface="HGP明朝E" panose="02020900000000000000" pitchFamily="18" charset="-128"/>
                <a:cs typeface="Times New Roman" pitchFamily="18" charset="0"/>
              </a:rPr>
              <a:t>分のショー構成になります。</a:t>
            </a:r>
            <a:endParaRPr lang="en-US" altLang="ja-JP" sz="1200" dirty="0">
              <a:latin typeface="HGP明朝E" panose="02020900000000000000" pitchFamily="18" charset="-128"/>
              <a:ea typeface="HGP明朝E" panose="02020900000000000000" pitchFamily="18" charset="-128"/>
              <a:cs typeface="Times New Roman" pitchFamily="18" charset="0"/>
            </a:endParaRPr>
          </a:p>
          <a:p>
            <a:pPr lvl="0"/>
            <a:r>
              <a:rPr lang="ja-JP" altLang="en-US" sz="1200" dirty="0">
                <a:latin typeface="HGP明朝E" panose="02020900000000000000" pitchFamily="18" charset="-128"/>
                <a:ea typeface="HGP明朝E" panose="02020900000000000000" pitchFamily="18" charset="-128"/>
                <a:cs typeface="Times New Roman" pitchFamily="18" charset="0"/>
              </a:rPr>
              <a:t>　最初の約</a:t>
            </a:r>
            <a:r>
              <a:rPr lang="en-US" altLang="ja-JP" sz="1200" dirty="0">
                <a:latin typeface="HGP明朝E" panose="02020900000000000000" pitchFamily="18" charset="-128"/>
                <a:ea typeface="HGP明朝E" panose="02020900000000000000" pitchFamily="18" charset="-128"/>
                <a:cs typeface="Times New Roman" pitchFamily="18" charset="0"/>
              </a:rPr>
              <a:t>20</a:t>
            </a:r>
            <a:r>
              <a:rPr lang="ja-JP" altLang="en-US" sz="1200" dirty="0">
                <a:latin typeface="HGP明朝E" panose="02020900000000000000" pitchFamily="18" charset="-128"/>
                <a:ea typeface="HGP明朝E" panose="02020900000000000000" pitchFamily="18" charset="-128"/>
                <a:cs typeface="Times New Roman" pitchFamily="18" charset="0"/>
              </a:rPr>
              <a:t>分は、</a:t>
            </a:r>
            <a:r>
              <a:rPr lang="en-US" altLang="ja-JP" sz="1200" dirty="0">
                <a:latin typeface="HGP明朝E" panose="02020900000000000000" pitchFamily="18" charset="-128"/>
                <a:ea typeface="HGP明朝E" panose="02020900000000000000" pitchFamily="18" charset="-128"/>
                <a:cs typeface="Times New Roman" pitchFamily="18" charset="0"/>
              </a:rPr>
              <a:t>【</a:t>
            </a:r>
            <a:r>
              <a:rPr lang="ja-JP" altLang="en-US" sz="1200" dirty="0">
                <a:latin typeface="HGP明朝E" panose="02020900000000000000" pitchFamily="18" charset="-128"/>
                <a:ea typeface="HGP明朝E" panose="02020900000000000000" pitchFamily="18" charset="-128"/>
                <a:cs typeface="Times New Roman" pitchFamily="18" charset="0"/>
              </a:rPr>
              <a:t>和妻</a:t>
            </a:r>
            <a:r>
              <a:rPr lang="en-US" altLang="ja-JP" sz="1200" dirty="0">
                <a:latin typeface="HGP明朝E" panose="02020900000000000000" pitchFamily="18" charset="-128"/>
                <a:ea typeface="HGP明朝E" panose="02020900000000000000" pitchFamily="18" charset="-128"/>
                <a:cs typeface="Times New Roman" pitchFamily="18" charset="0"/>
              </a:rPr>
              <a:t>】</a:t>
            </a:r>
            <a:r>
              <a:rPr lang="ja-JP" altLang="en-US" sz="1200" dirty="0">
                <a:latin typeface="HGP明朝E" panose="02020900000000000000" pitchFamily="18" charset="-128"/>
                <a:ea typeface="HGP明朝E" panose="02020900000000000000" pitchFamily="18" charset="-128"/>
                <a:cs typeface="Times New Roman" pitchFamily="18" charset="0"/>
              </a:rPr>
              <a:t>の演目を２～</a:t>
            </a:r>
            <a:r>
              <a:rPr lang="en-US" altLang="ja-JP" sz="1200" dirty="0">
                <a:latin typeface="HGP明朝E" panose="02020900000000000000" pitchFamily="18" charset="-128"/>
                <a:ea typeface="HGP明朝E" panose="02020900000000000000" pitchFamily="18" charset="-128"/>
                <a:cs typeface="Times New Roman" pitchFamily="18" charset="0"/>
              </a:rPr>
              <a:t>3</a:t>
            </a:r>
            <a:r>
              <a:rPr lang="ja-JP" altLang="en-US" sz="1200" dirty="0">
                <a:latin typeface="HGP明朝E" panose="02020900000000000000" pitchFamily="18" charset="-128"/>
                <a:ea typeface="HGP明朝E" panose="02020900000000000000" pitchFamily="18" charset="-128"/>
                <a:cs typeface="Times New Roman" pitchFamily="18" charset="0"/>
              </a:rPr>
              <a:t>つ（演目により変動します）</a:t>
            </a:r>
            <a:endParaRPr lang="en-US" altLang="ja-JP" sz="1200" dirty="0">
              <a:latin typeface="HGP明朝E" panose="02020900000000000000" pitchFamily="18" charset="-128"/>
              <a:ea typeface="HGP明朝E" panose="02020900000000000000" pitchFamily="18" charset="-128"/>
              <a:cs typeface="Times New Roman" pitchFamily="18" charset="0"/>
            </a:endParaRPr>
          </a:p>
          <a:p>
            <a:pPr lvl="0"/>
            <a:r>
              <a:rPr lang="ja-JP" altLang="en-US" sz="1200" dirty="0">
                <a:latin typeface="HGP明朝E" panose="02020900000000000000" pitchFamily="18" charset="-128"/>
                <a:ea typeface="HGP明朝E" panose="02020900000000000000" pitchFamily="18" charset="-128"/>
                <a:cs typeface="Times New Roman" pitchFamily="18" charset="0"/>
              </a:rPr>
              <a:t>　を披露します。</a:t>
            </a:r>
            <a:endParaRPr lang="en-US" altLang="ja-JP" sz="1200" dirty="0">
              <a:latin typeface="HGP明朝E" panose="02020900000000000000" pitchFamily="18" charset="-128"/>
              <a:ea typeface="HGP明朝E" panose="02020900000000000000" pitchFamily="18" charset="-128"/>
              <a:cs typeface="Times New Roman" pitchFamily="18" charset="0"/>
            </a:endParaRPr>
          </a:p>
          <a:p>
            <a:pPr lvl="0"/>
            <a:r>
              <a:rPr lang="ja-JP" altLang="en-US" sz="1200" dirty="0">
                <a:latin typeface="HGP明朝E" panose="02020900000000000000" pitchFamily="18" charset="-128"/>
                <a:ea typeface="HGP明朝E" panose="02020900000000000000" pitchFamily="18" charset="-128"/>
                <a:cs typeface="Times New Roman" pitchFamily="18" charset="0"/>
              </a:rPr>
              <a:t>　その後、舞台転換（水芸の準備）をして、トリの演目として約</a:t>
            </a:r>
            <a:r>
              <a:rPr lang="en-US" altLang="ja-JP" sz="1200" dirty="0">
                <a:latin typeface="HGP明朝E" panose="02020900000000000000" pitchFamily="18" charset="-128"/>
                <a:ea typeface="HGP明朝E" panose="02020900000000000000" pitchFamily="18" charset="-128"/>
                <a:cs typeface="Times New Roman" pitchFamily="18" charset="0"/>
              </a:rPr>
              <a:t>10</a:t>
            </a:r>
            <a:r>
              <a:rPr lang="ja-JP" altLang="en-US" sz="1200" dirty="0">
                <a:latin typeface="HGP明朝E" panose="02020900000000000000" pitchFamily="18" charset="-128"/>
                <a:ea typeface="HGP明朝E" panose="02020900000000000000" pitchFamily="18" charset="-128"/>
                <a:cs typeface="Times New Roman" pitchFamily="18" charset="0"/>
              </a:rPr>
              <a:t>分の</a:t>
            </a:r>
            <a:endParaRPr lang="en-US" altLang="ja-JP" sz="1200" dirty="0">
              <a:latin typeface="HGP明朝E" panose="02020900000000000000" pitchFamily="18" charset="-128"/>
              <a:ea typeface="HGP明朝E" panose="02020900000000000000" pitchFamily="18" charset="-128"/>
              <a:cs typeface="Times New Roman" pitchFamily="18" charset="0"/>
            </a:endParaRPr>
          </a:p>
          <a:p>
            <a:pPr lvl="0"/>
            <a:r>
              <a:rPr lang="ja-JP" altLang="en-US" sz="1200" dirty="0">
                <a:latin typeface="HGP明朝E" panose="02020900000000000000" pitchFamily="18" charset="-128"/>
                <a:ea typeface="HGP明朝E" panose="02020900000000000000" pitchFamily="18" charset="-128"/>
                <a:cs typeface="Times New Roman" pitchFamily="18" charset="0"/>
              </a:rPr>
              <a:t>　</a:t>
            </a:r>
            <a:r>
              <a:rPr lang="en-US" altLang="ja-JP" sz="1200" dirty="0">
                <a:latin typeface="HGP明朝E" panose="02020900000000000000" pitchFamily="18" charset="-128"/>
                <a:ea typeface="HGP明朝E" panose="02020900000000000000" pitchFamily="18" charset="-128"/>
                <a:cs typeface="Times New Roman" pitchFamily="18" charset="0"/>
              </a:rPr>
              <a:t>【</a:t>
            </a:r>
            <a:r>
              <a:rPr lang="ja-JP" altLang="en-US" sz="1200" dirty="0">
                <a:latin typeface="HGP明朝E" panose="02020900000000000000" pitchFamily="18" charset="-128"/>
                <a:ea typeface="HGP明朝E" panose="02020900000000000000" pitchFamily="18" charset="-128"/>
                <a:cs typeface="Times New Roman" pitchFamily="18" charset="0"/>
              </a:rPr>
              <a:t>水芸</a:t>
            </a:r>
            <a:r>
              <a:rPr lang="en-US" altLang="ja-JP" sz="1200" dirty="0">
                <a:latin typeface="HGP明朝E" panose="02020900000000000000" pitchFamily="18" charset="-128"/>
                <a:ea typeface="HGP明朝E" panose="02020900000000000000" pitchFamily="18" charset="-128"/>
                <a:cs typeface="Times New Roman" pitchFamily="18" charset="0"/>
              </a:rPr>
              <a:t>】</a:t>
            </a:r>
            <a:r>
              <a:rPr lang="ja-JP" altLang="en-US" sz="1200" dirty="0">
                <a:latin typeface="HGP明朝E" panose="02020900000000000000" pitchFamily="18" charset="-128"/>
                <a:ea typeface="HGP明朝E" panose="02020900000000000000" pitchFamily="18" charset="-128"/>
                <a:cs typeface="Times New Roman" pitchFamily="18" charset="0"/>
              </a:rPr>
              <a:t>をご披露致します。</a:t>
            </a:r>
            <a:endParaRPr lang="en-US" altLang="ja-JP" sz="1200" dirty="0">
              <a:latin typeface="HGP明朝E" panose="02020900000000000000" pitchFamily="18" charset="-128"/>
              <a:ea typeface="HGP明朝E" panose="02020900000000000000" pitchFamily="18" charset="-128"/>
              <a:cs typeface="Times New Roman" pitchFamily="18" charset="0"/>
            </a:endParaRPr>
          </a:p>
          <a:p>
            <a:pPr lvl="0"/>
            <a:endParaRPr lang="en-US" altLang="ja-JP" sz="1200" dirty="0">
              <a:latin typeface="HGP明朝E" panose="02020900000000000000" pitchFamily="18" charset="-128"/>
              <a:ea typeface="HGP明朝E" panose="02020900000000000000" pitchFamily="18" charset="-128"/>
              <a:cs typeface="Times New Roman" pitchFamily="18" charset="0"/>
            </a:endParaRPr>
          </a:p>
          <a:p>
            <a:pPr lvl="0"/>
            <a:r>
              <a:rPr lang="ja-JP" altLang="en-US" sz="1200" dirty="0">
                <a:latin typeface="HGP明朝E" panose="02020900000000000000" pitchFamily="18" charset="-128"/>
                <a:ea typeface="HGP明朝E" panose="02020900000000000000" pitchFamily="18" charset="-128"/>
                <a:cs typeface="Times New Roman" pitchFamily="18" charset="0"/>
              </a:rPr>
              <a:t>＊和妻の演目の一例として、下記の様な演目がございます。</a:t>
            </a:r>
            <a:endParaRPr lang="en-US" altLang="ja-JP" sz="1200" dirty="0">
              <a:latin typeface="HGP明朝E" panose="02020900000000000000" pitchFamily="18" charset="-128"/>
              <a:ea typeface="HGP明朝E" panose="02020900000000000000" pitchFamily="18" charset="-128"/>
              <a:cs typeface="Times New Roman" pitchFamily="18" charset="0"/>
            </a:endParaRPr>
          </a:p>
          <a:p>
            <a:pPr lvl="0"/>
            <a:r>
              <a:rPr lang="ja-JP" altLang="en-US" sz="2000" dirty="0">
                <a:latin typeface="HGP明朝E" panose="02020900000000000000" pitchFamily="18" charset="-128"/>
                <a:ea typeface="HGP明朝E" panose="02020900000000000000" pitchFamily="18" charset="-128"/>
                <a:cs typeface="Times New Roman" pitchFamily="18" charset="0"/>
              </a:rPr>
              <a:t>　</a:t>
            </a:r>
            <a:endParaRPr lang="en-US" altLang="ja-JP" sz="2000" dirty="0">
              <a:latin typeface="HGP明朝E" panose="02020900000000000000" pitchFamily="18" charset="-128"/>
              <a:ea typeface="HGP明朝E" panose="02020900000000000000" pitchFamily="18" charset="-128"/>
              <a:cs typeface="Times New Roman" pitchFamily="18" charset="0"/>
            </a:endParaRPr>
          </a:p>
          <a:p>
            <a:pPr lvl="0"/>
            <a:r>
              <a:rPr lang="en-US" altLang="ja-JP" sz="1600" b="1" dirty="0">
                <a:effectLst>
                  <a:outerShdw blurRad="38100" dist="38100" dir="2700000" algn="tl">
                    <a:srgbClr val="000000">
                      <a:alpha val="43137"/>
                    </a:srgbClr>
                  </a:outerShdw>
                </a:effectLst>
                <a:latin typeface="HGP明朝E" panose="02020900000000000000" pitchFamily="18" charset="-128"/>
                <a:ea typeface="HGP明朝E" panose="02020900000000000000" pitchFamily="18" charset="-128"/>
                <a:cs typeface="Times New Roman" pitchFamily="18" charset="0"/>
              </a:rPr>
              <a:t>【</a:t>
            </a:r>
            <a:r>
              <a:rPr lang="ja-JP" altLang="en-US" sz="1600" b="1" dirty="0">
                <a:effectLst>
                  <a:outerShdw blurRad="38100" dist="38100" dir="2700000" algn="tl">
                    <a:srgbClr val="000000">
                      <a:alpha val="43137"/>
                    </a:srgbClr>
                  </a:outerShdw>
                </a:effectLst>
                <a:latin typeface="HGP明朝E" panose="02020900000000000000" pitchFamily="18" charset="-128"/>
                <a:ea typeface="HGP明朝E" panose="02020900000000000000" pitchFamily="18" charset="-128"/>
                <a:cs typeface="Times New Roman" pitchFamily="18" charset="0"/>
              </a:rPr>
              <a:t>和妻</a:t>
            </a:r>
            <a:r>
              <a:rPr lang="en-US" altLang="ja-JP" sz="1600" b="1" dirty="0">
                <a:effectLst>
                  <a:outerShdw blurRad="38100" dist="38100" dir="2700000" algn="tl">
                    <a:srgbClr val="000000">
                      <a:alpha val="43137"/>
                    </a:srgbClr>
                  </a:outerShdw>
                </a:effectLst>
                <a:latin typeface="HGP明朝E" panose="02020900000000000000" pitchFamily="18" charset="-128"/>
                <a:ea typeface="HGP明朝E" panose="02020900000000000000" pitchFamily="18" charset="-128"/>
                <a:cs typeface="Times New Roman" pitchFamily="18" charset="0"/>
              </a:rPr>
              <a:t>】</a:t>
            </a:r>
            <a:r>
              <a:rPr lang="ja-JP" altLang="en-US" sz="1600" b="1" dirty="0">
                <a:effectLst>
                  <a:outerShdw blurRad="38100" dist="38100" dir="2700000" algn="tl">
                    <a:srgbClr val="000000">
                      <a:alpha val="43137"/>
                    </a:srgbClr>
                  </a:outerShdw>
                </a:effectLst>
                <a:latin typeface="HGP明朝E" panose="02020900000000000000" pitchFamily="18" charset="-128"/>
                <a:ea typeface="HGP明朝E" panose="02020900000000000000" pitchFamily="18" charset="-128"/>
                <a:cs typeface="Times New Roman" pitchFamily="18" charset="0"/>
              </a:rPr>
              <a:t>演目例　紹介</a:t>
            </a:r>
            <a:endParaRPr lang="en-US" altLang="ja-JP" sz="1600" b="1" dirty="0">
              <a:effectLst>
                <a:outerShdw blurRad="38100" dist="38100" dir="2700000" algn="tl">
                  <a:srgbClr val="000000">
                    <a:alpha val="43137"/>
                  </a:srgbClr>
                </a:outerShdw>
              </a:effectLst>
              <a:latin typeface="HGP明朝E" panose="02020900000000000000" pitchFamily="18" charset="-128"/>
              <a:ea typeface="HGP明朝E" panose="02020900000000000000" pitchFamily="18" charset="-128"/>
              <a:cs typeface="Times New Roman" pitchFamily="18" charset="0"/>
            </a:endParaRPr>
          </a:p>
          <a:p>
            <a:pPr lvl="0"/>
            <a:endParaRPr lang="en-US" altLang="ja-JP" sz="1600" dirty="0">
              <a:latin typeface="HGP明朝E" panose="02020900000000000000" pitchFamily="18" charset="-128"/>
              <a:ea typeface="HGP明朝E" panose="02020900000000000000" pitchFamily="18" charset="-128"/>
              <a:cs typeface="Times New Roman" pitchFamily="18" charset="0"/>
            </a:endParaRPr>
          </a:p>
          <a:p>
            <a:pPr lvl="0"/>
            <a:r>
              <a:rPr lang="ja-JP" altLang="en-US" sz="1400" dirty="0">
                <a:latin typeface="HGP明朝E" panose="02020900000000000000" pitchFamily="18" charset="-128"/>
                <a:ea typeface="HGP明朝E" panose="02020900000000000000" pitchFamily="18" charset="-128"/>
                <a:cs typeface="Times New Roman" pitchFamily="18" charset="0"/>
              </a:rPr>
              <a:t>例）</a:t>
            </a:r>
            <a:r>
              <a:rPr lang="en-US" altLang="ja-JP" sz="1400" dirty="0">
                <a:latin typeface="HGP明朝E" panose="02020900000000000000" pitchFamily="18" charset="-128"/>
                <a:ea typeface="HGP明朝E" panose="02020900000000000000" pitchFamily="18" charset="-128"/>
                <a:cs typeface="Times New Roman" pitchFamily="18" charset="0"/>
              </a:rPr>
              <a:t>1</a:t>
            </a:r>
            <a:r>
              <a:rPr lang="ja-JP" altLang="en-US" sz="1400" dirty="0">
                <a:latin typeface="HGP明朝E" panose="02020900000000000000" pitchFamily="18" charset="-128"/>
                <a:ea typeface="HGP明朝E" panose="02020900000000000000" pitchFamily="18" charset="-128"/>
                <a:cs typeface="Times New Roman" pitchFamily="18" charset="0"/>
              </a:rPr>
              <a:t>、</a:t>
            </a:r>
            <a:r>
              <a:rPr lang="ja-JP" altLang="ja-JP" sz="1400" dirty="0">
                <a:latin typeface="HGP明朝E" panose="02020900000000000000" pitchFamily="18" charset="-128"/>
                <a:ea typeface="HGP明朝E" panose="02020900000000000000" pitchFamily="18" charset="-128"/>
                <a:cs typeface="Times New Roman" pitchFamily="18" charset="0"/>
              </a:rPr>
              <a:t>万倍傘</a:t>
            </a:r>
            <a:r>
              <a:rPr lang="ja-JP" altLang="en-US" sz="1400" dirty="0">
                <a:latin typeface="HGP明朝E" panose="02020900000000000000" pitchFamily="18" charset="-128"/>
                <a:ea typeface="HGP明朝E" panose="02020900000000000000" pitchFamily="18" charset="-128"/>
                <a:cs typeface="Times New Roman" pitchFamily="18" charset="0"/>
              </a:rPr>
              <a:t>　　</a:t>
            </a:r>
            <a:r>
              <a:rPr lang="ja-JP" altLang="en-US" sz="1600" dirty="0">
                <a:latin typeface="HGP明朝E" panose="02020900000000000000" pitchFamily="18" charset="-128"/>
                <a:ea typeface="HGP明朝E" panose="02020900000000000000" pitchFamily="18" charset="-128"/>
                <a:cs typeface="Times New Roman" pitchFamily="18" charset="0"/>
              </a:rPr>
              <a:t> </a:t>
            </a:r>
            <a:r>
              <a:rPr lang="ja-JP" altLang="ja-JP" sz="1000" dirty="0">
                <a:latin typeface="HGP明朝E" panose="02020900000000000000" pitchFamily="18" charset="-128"/>
                <a:ea typeface="HGP明朝E" panose="02020900000000000000" pitchFamily="18" charset="-128"/>
                <a:cs typeface="Times New Roman" pitchFamily="18" charset="0"/>
              </a:rPr>
              <a:t>・・・次から次へと舞台一杯に傘が出現。</a:t>
            </a:r>
            <a:endParaRPr lang="en-US" altLang="ja-JP" sz="1000" dirty="0">
              <a:latin typeface="HGP明朝E" panose="02020900000000000000" pitchFamily="18" charset="-128"/>
              <a:ea typeface="HGP明朝E" panose="02020900000000000000" pitchFamily="18" charset="-128"/>
              <a:cs typeface="Times New Roman" pitchFamily="18" charset="0"/>
            </a:endParaRPr>
          </a:p>
          <a:p>
            <a:pPr lvl="0"/>
            <a:r>
              <a:rPr lang="ja-JP" altLang="en-US" sz="1400" dirty="0">
                <a:latin typeface="HGP明朝E" panose="02020900000000000000" pitchFamily="18" charset="-128"/>
                <a:ea typeface="HGP明朝E" panose="02020900000000000000" pitchFamily="18" charset="-128"/>
                <a:cs typeface="Times New Roman" pitchFamily="18" charset="0"/>
              </a:rPr>
              <a:t>例）</a:t>
            </a:r>
            <a:r>
              <a:rPr lang="en-US" altLang="ja-JP" sz="1400" dirty="0">
                <a:latin typeface="HGP明朝E" panose="02020900000000000000" pitchFamily="18" charset="-128"/>
                <a:ea typeface="HGP明朝E" panose="02020900000000000000" pitchFamily="18" charset="-128"/>
                <a:cs typeface="Times New Roman" pitchFamily="18" charset="0"/>
              </a:rPr>
              <a:t>2</a:t>
            </a:r>
            <a:r>
              <a:rPr lang="ja-JP" altLang="en-US" sz="1400" dirty="0">
                <a:latin typeface="HGP明朝E" panose="02020900000000000000" pitchFamily="18" charset="-128"/>
                <a:ea typeface="HGP明朝E" panose="02020900000000000000" pitchFamily="18" charset="-128"/>
                <a:cs typeface="Times New Roman" pitchFamily="18" charset="0"/>
              </a:rPr>
              <a:t>、胡蝶の舞　</a:t>
            </a:r>
            <a:r>
              <a:rPr lang="ja-JP" altLang="en-US" sz="1000" dirty="0">
                <a:latin typeface="HGP明朝E" panose="02020900000000000000" pitchFamily="18" charset="-128"/>
                <a:ea typeface="HGP明朝E" panose="02020900000000000000" pitchFamily="18" charset="-128"/>
                <a:cs typeface="Times New Roman" pitchFamily="18" charset="0"/>
              </a:rPr>
              <a:t>・・・蝶の恋物語。　</a:t>
            </a:r>
            <a:r>
              <a:rPr lang="en-US" altLang="ja-JP" sz="1000" dirty="0">
                <a:latin typeface="HGP明朝E" panose="02020900000000000000" pitchFamily="18" charset="-128"/>
                <a:ea typeface="HGP明朝E" panose="02020900000000000000" pitchFamily="18" charset="-128"/>
                <a:cs typeface="Times New Roman" pitchFamily="18" charset="0"/>
              </a:rPr>
              <a:t>2</a:t>
            </a:r>
            <a:r>
              <a:rPr lang="ja-JP" altLang="en-US" sz="1000" dirty="0">
                <a:latin typeface="HGP明朝E" panose="02020900000000000000" pitchFamily="18" charset="-128"/>
                <a:ea typeface="HGP明朝E" panose="02020900000000000000" pitchFamily="18" charset="-128"/>
                <a:cs typeface="Times New Roman" pitchFamily="18" charset="0"/>
              </a:rPr>
              <a:t>羽の蝶が出会い、共に歌い舞い踊る。</a:t>
            </a:r>
            <a:endParaRPr lang="en-US" altLang="ja-JP" sz="1000" dirty="0">
              <a:latin typeface="HGP明朝E" panose="02020900000000000000" pitchFamily="18" charset="-128"/>
              <a:ea typeface="HGP明朝E" panose="02020900000000000000" pitchFamily="18" charset="-128"/>
              <a:cs typeface="Times New Roman" pitchFamily="18" charset="0"/>
            </a:endParaRPr>
          </a:p>
          <a:p>
            <a:pPr lvl="0"/>
            <a:r>
              <a:rPr lang="ja-JP" altLang="en-US" sz="1000" dirty="0">
                <a:latin typeface="HGP明朝E" panose="02020900000000000000" pitchFamily="18" charset="-128"/>
                <a:ea typeface="HGP明朝E" panose="02020900000000000000" pitchFamily="18" charset="-128"/>
                <a:cs typeface="Times New Roman" pitchFamily="18" charset="0"/>
              </a:rPr>
              <a:t>　　　　　　　　　　　　　　　　   やがて２羽の蝶は夫婦となり、短い一生を終えるが</a:t>
            </a:r>
            <a:endParaRPr lang="en-US" altLang="ja-JP" sz="1000" dirty="0">
              <a:latin typeface="HGP明朝E" panose="02020900000000000000" pitchFamily="18" charset="-128"/>
              <a:ea typeface="HGP明朝E" panose="02020900000000000000" pitchFamily="18" charset="-128"/>
              <a:cs typeface="Times New Roman" pitchFamily="18" charset="0"/>
            </a:endParaRPr>
          </a:p>
          <a:p>
            <a:pPr lvl="0"/>
            <a:r>
              <a:rPr lang="ja-JP" altLang="en-US" sz="1000" dirty="0">
                <a:latin typeface="HGP明朝E" panose="02020900000000000000" pitchFamily="18" charset="-128"/>
                <a:ea typeface="HGP明朝E" panose="02020900000000000000" pitchFamily="18" charset="-128"/>
                <a:cs typeface="Times New Roman" pitchFamily="18" charset="0"/>
              </a:rPr>
              <a:t>　　　　　　　　　　　　　　　　   子孫繁栄、千羽胡蝶となり永遠の愛となる。</a:t>
            </a:r>
            <a:endParaRPr lang="en-US" altLang="ja-JP" sz="1000" dirty="0">
              <a:latin typeface="HGP明朝E" panose="02020900000000000000" pitchFamily="18" charset="-128"/>
              <a:ea typeface="HGP明朝E" panose="02020900000000000000" pitchFamily="18" charset="-128"/>
              <a:cs typeface="Times New Roman" pitchFamily="18" charset="0"/>
            </a:endParaRPr>
          </a:p>
          <a:p>
            <a:pPr lvl="0"/>
            <a:r>
              <a:rPr lang="ja-JP" altLang="en-US" sz="1400" dirty="0">
                <a:latin typeface="HGP明朝E" panose="02020900000000000000" pitchFamily="18" charset="-128"/>
                <a:ea typeface="HGP明朝E" panose="02020900000000000000" pitchFamily="18" charset="-128"/>
              </a:rPr>
              <a:t>例）</a:t>
            </a:r>
            <a:r>
              <a:rPr lang="en-US" altLang="ja-JP" sz="1400" dirty="0">
                <a:latin typeface="HGP明朝E" panose="02020900000000000000" pitchFamily="18" charset="-128"/>
                <a:ea typeface="HGP明朝E" panose="02020900000000000000" pitchFamily="18" charset="-128"/>
              </a:rPr>
              <a:t>3</a:t>
            </a:r>
            <a:r>
              <a:rPr lang="ja-JP" altLang="en-US" sz="1400" dirty="0">
                <a:latin typeface="HGP明朝E" panose="02020900000000000000" pitchFamily="18" charset="-128"/>
                <a:ea typeface="HGP明朝E" panose="02020900000000000000" pitchFamily="18" charset="-128"/>
              </a:rPr>
              <a:t>、</a:t>
            </a:r>
            <a:r>
              <a:rPr lang="ja-JP" altLang="ja-JP" sz="1400" dirty="0">
                <a:latin typeface="HGP明朝E" panose="02020900000000000000" pitchFamily="18" charset="-128"/>
                <a:ea typeface="HGP明朝E" panose="02020900000000000000" pitchFamily="18" charset="-128"/>
              </a:rPr>
              <a:t>日本蒸籠</a:t>
            </a:r>
            <a:r>
              <a:rPr lang="ja-JP" altLang="ja-JP" sz="1000" dirty="0">
                <a:latin typeface="HGP明朝E" panose="02020900000000000000" pitchFamily="18" charset="-128"/>
                <a:ea typeface="HGP明朝E" panose="02020900000000000000" pitchFamily="18" charset="-128"/>
              </a:rPr>
              <a:t>　</a:t>
            </a:r>
            <a:r>
              <a:rPr lang="ja-JP" altLang="en-US" sz="1000" dirty="0">
                <a:latin typeface="HGP明朝E" panose="02020900000000000000" pitchFamily="18" charset="-128"/>
                <a:ea typeface="HGP明朝E" panose="02020900000000000000" pitchFamily="18" charset="-128"/>
                <a:cs typeface="Times New Roman" pitchFamily="18" charset="0"/>
              </a:rPr>
              <a:t> ・・・</a:t>
            </a:r>
            <a:r>
              <a:rPr lang="ja-JP" altLang="ja-JP" sz="1000" dirty="0">
                <a:latin typeface="HGP明朝E" panose="02020900000000000000" pitchFamily="18" charset="-128"/>
                <a:ea typeface="HGP明朝E" panose="02020900000000000000" pitchFamily="18" charset="-128"/>
              </a:rPr>
              <a:t>箱の中から様々な</a:t>
            </a:r>
            <a:r>
              <a:rPr lang="ja-JP" altLang="en-US" sz="1000" dirty="0">
                <a:latin typeface="HGP明朝E" panose="02020900000000000000" pitchFamily="18" charset="-128"/>
                <a:ea typeface="HGP明朝E" panose="02020900000000000000" pitchFamily="18" charset="-128"/>
              </a:rPr>
              <a:t>、</a:t>
            </a:r>
            <a:r>
              <a:rPr lang="ja-JP" altLang="ja-JP" sz="1000" dirty="0">
                <a:latin typeface="HGP明朝E" panose="02020900000000000000" pitchFamily="18" charset="-128"/>
                <a:ea typeface="HGP明朝E" panose="02020900000000000000" pitchFamily="18" charset="-128"/>
              </a:rPr>
              <a:t>おめでたきものが出現。　</a:t>
            </a:r>
          </a:p>
          <a:p>
            <a:r>
              <a:rPr lang="en-US" altLang="ja-JP" sz="1000" dirty="0">
                <a:latin typeface="HGP明朝E" panose="02020900000000000000" pitchFamily="18" charset="-128"/>
                <a:ea typeface="HGP明朝E" panose="02020900000000000000" pitchFamily="18" charset="-128"/>
              </a:rPr>
              <a:t> </a:t>
            </a:r>
            <a:endParaRPr lang="ja-JP" altLang="ja-JP" sz="1000" dirty="0">
              <a:latin typeface="HGP明朝E" panose="02020900000000000000" pitchFamily="18" charset="-128"/>
              <a:ea typeface="HGP明朝E" panose="02020900000000000000" pitchFamily="18" charset="-128"/>
            </a:endParaRPr>
          </a:p>
          <a:p>
            <a:r>
              <a:rPr lang="ja-JP" altLang="ja-JP" sz="1000" dirty="0">
                <a:latin typeface="HGP明朝E" panose="02020900000000000000" pitchFamily="18" charset="-128"/>
                <a:ea typeface="HGP明朝E" panose="02020900000000000000" pitchFamily="18" charset="-128"/>
              </a:rPr>
              <a:t>※</a:t>
            </a:r>
            <a:r>
              <a:rPr lang="ja-JP" altLang="en-US" sz="1000" dirty="0">
                <a:latin typeface="HGP明朝E" panose="02020900000000000000" pitchFamily="18" charset="-128"/>
                <a:ea typeface="HGP明朝E" panose="02020900000000000000" pitchFamily="18" charset="-128"/>
              </a:rPr>
              <a:t>例）</a:t>
            </a:r>
            <a:r>
              <a:rPr lang="en-US" altLang="ja-JP" sz="1000" dirty="0">
                <a:latin typeface="HGP明朝E" panose="02020900000000000000" pitchFamily="18" charset="-128"/>
                <a:ea typeface="HGP明朝E" panose="02020900000000000000" pitchFamily="18" charset="-128"/>
              </a:rPr>
              <a:t>1</a:t>
            </a:r>
            <a:r>
              <a:rPr lang="ja-JP" altLang="ja-JP" sz="1000" dirty="0">
                <a:latin typeface="HGP明朝E" panose="02020900000000000000" pitchFamily="18" charset="-128"/>
                <a:ea typeface="HGP明朝E" panose="02020900000000000000" pitchFamily="18" charset="-128"/>
              </a:rPr>
              <a:t>～</a:t>
            </a:r>
            <a:r>
              <a:rPr lang="ja-JP" altLang="en-US" sz="1000" dirty="0">
                <a:latin typeface="HGP明朝E" panose="02020900000000000000" pitchFamily="18" charset="-128"/>
                <a:ea typeface="HGP明朝E" panose="02020900000000000000" pitchFamily="18" charset="-128"/>
              </a:rPr>
              <a:t>例）</a:t>
            </a:r>
            <a:r>
              <a:rPr lang="en-US" altLang="ja-JP" sz="1000" dirty="0">
                <a:latin typeface="HGP明朝E" panose="02020900000000000000" pitchFamily="18" charset="-128"/>
                <a:ea typeface="HGP明朝E" panose="02020900000000000000" pitchFamily="18" charset="-128"/>
              </a:rPr>
              <a:t>3</a:t>
            </a:r>
            <a:r>
              <a:rPr lang="ja-JP" altLang="ja-JP" sz="1000" dirty="0">
                <a:latin typeface="HGP明朝E" panose="02020900000000000000" pitchFamily="18" charset="-128"/>
                <a:ea typeface="HGP明朝E" panose="02020900000000000000" pitchFamily="18" charset="-128"/>
              </a:rPr>
              <a:t>の演目はどれも江戸手妻を代表する古典奇術となります。</a:t>
            </a:r>
            <a:endParaRPr lang="ja-JP" altLang="ja-JP" sz="1000" dirty="0">
              <a:latin typeface="HGP明朝E" panose="02020900000000000000" pitchFamily="18" charset="-128"/>
              <a:ea typeface="HGP明朝E" panose="02020900000000000000" pitchFamily="18" charset="-128"/>
              <a:cs typeface="ＭＳ Ｐゴシック" pitchFamily="50" charset="-128"/>
            </a:endParaRPr>
          </a:p>
        </p:txBody>
      </p:sp>
      <p:grpSp>
        <p:nvGrpSpPr>
          <p:cNvPr id="39" name="グループ化 38">
            <a:extLst>
              <a:ext uri="{FF2B5EF4-FFF2-40B4-BE49-F238E27FC236}">
                <a16:creationId xmlns:a16="http://schemas.microsoft.com/office/drawing/2014/main" id="{6E80ADBA-C2C0-412D-B235-6082809DE9B4}"/>
              </a:ext>
            </a:extLst>
          </p:cNvPr>
          <p:cNvGrpSpPr/>
          <p:nvPr/>
        </p:nvGrpSpPr>
        <p:grpSpPr>
          <a:xfrm>
            <a:off x="7574431" y="2768062"/>
            <a:ext cx="2232248" cy="1953217"/>
            <a:chOff x="5638477" y="1235845"/>
            <a:chExt cx="2232248" cy="1953217"/>
          </a:xfrm>
          <a:solidFill>
            <a:schemeClr val="bg1"/>
          </a:solidFill>
        </p:grpSpPr>
        <p:pic>
          <p:nvPicPr>
            <p:cNvPr id="25" name="図 1" descr="ベストマジシャン">
              <a:extLst>
                <a:ext uri="{FF2B5EF4-FFF2-40B4-BE49-F238E27FC236}">
                  <a16:creationId xmlns:a16="http://schemas.microsoft.com/office/drawing/2014/main" id="{0ED2A76A-BD32-4620-A6C6-B5F03F217C88}"/>
                </a:ext>
              </a:extLst>
            </p:cNvPr>
            <p:cNvPicPr>
              <a:picLocks noChangeAspect="1" noChangeArrowheads="1"/>
            </p:cNvPicPr>
            <p:nvPr/>
          </p:nvPicPr>
          <p:blipFill>
            <a:blip r:embed="rId3" cstate="print"/>
            <a:srcRect/>
            <a:stretch>
              <a:fillRect/>
            </a:stretch>
          </p:blipFill>
          <p:spPr bwMode="auto">
            <a:xfrm>
              <a:off x="5638477" y="1235845"/>
              <a:ext cx="2232248" cy="1674186"/>
            </a:xfrm>
            <a:prstGeom prst="rect">
              <a:avLst/>
            </a:prstGeom>
            <a:grpFill/>
          </p:spPr>
        </p:pic>
        <p:sp>
          <p:nvSpPr>
            <p:cNvPr id="32" name="テキスト ボックス 31">
              <a:extLst>
                <a:ext uri="{FF2B5EF4-FFF2-40B4-BE49-F238E27FC236}">
                  <a16:creationId xmlns:a16="http://schemas.microsoft.com/office/drawing/2014/main" id="{101C831E-28A9-452A-B445-F40FB392A27B}"/>
                </a:ext>
              </a:extLst>
            </p:cNvPr>
            <p:cNvSpPr txBox="1"/>
            <p:nvPr/>
          </p:nvSpPr>
          <p:spPr>
            <a:xfrm>
              <a:off x="6431436" y="2912063"/>
              <a:ext cx="646331" cy="276999"/>
            </a:xfrm>
            <a:prstGeom prst="rect">
              <a:avLst/>
            </a:prstGeom>
            <a:grpFill/>
          </p:spPr>
          <p:txBody>
            <a:bodyPr wrap="none" rtlCol="0">
              <a:spAutoFit/>
            </a:bodyPr>
            <a:lstStyle/>
            <a:p>
              <a:r>
                <a:rPr kumimoji="1" lang="ja-JP" altLang="ja-JP" sz="1200" dirty="0">
                  <a:latin typeface="HGP明朝E" panose="02020900000000000000" pitchFamily="18" charset="-128"/>
                  <a:ea typeface="HGP明朝E" panose="02020900000000000000" pitchFamily="18" charset="-128"/>
                  <a:cs typeface="Times New Roman" pitchFamily="18" charset="0"/>
                </a:rPr>
                <a:t>万倍傘</a:t>
              </a:r>
              <a:endParaRPr kumimoji="1" lang="ja-JP" altLang="en-US" sz="1200" dirty="0">
                <a:latin typeface="HGP明朝E" panose="02020900000000000000" pitchFamily="18" charset="-128"/>
                <a:ea typeface="HGP明朝E" panose="02020900000000000000" pitchFamily="18" charset="-128"/>
              </a:endParaRPr>
            </a:p>
          </p:txBody>
        </p:sp>
      </p:grpSp>
      <p:grpSp>
        <p:nvGrpSpPr>
          <p:cNvPr id="37" name="グループ化 36">
            <a:extLst>
              <a:ext uri="{FF2B5EF4-FFF2-40B4-BE49-F238E27FC236}">
                <a16:creationId xmlns:a16="http://schemas.microsoft.com/office/drawing/2014/main" id="{B2F2AB5D-2CE6-4B4B-A4F1-89A0F1BAF6D8}"/>
              </a:ext>
            </a:extLst>
          </p:cNvPr>
          <p:cNvGrpSpPr/>
          <p:nvPr/>
        </p:nvGrpSpPr>
        <p:grpSpPr>
          <a:xfrm>
            <a:off x="5195949" y="822385"/>
            <a:ext cx="1202079" cy="2064901"/>
            <a:chOff x="9343274" y="281739"/>
            <a:chExt cx="1202079" cy="2064901"/>
          </a:xfrm>
          <a:solidFill>
            <a:schemeClr val="bg1"/>
          </a:solidFill>
        </p:grpSpPr>
        <p:pic>
          <p:nvPicPr>
            <p:cNvPr id="27" name="図 3" descr="kiyoko_daruma_kodaruma_3">
              <a:extLst>
                <a:ext uri="{FF2B5EF4-FFF2-40B4-BE49-F238E27FC236}">
                  <a16:creationId xmlns:a16="http://schemas.microsoft.com/office/drawing/2014/main" id="{A637E33D-19BE-4552-99C6-067CA34F83B5}"/>
                </a:ext>
              </a:extLst>
            </p:cNvPr>
            <p:cNvPicPr>
              <a:picLocks noChangeAspect="1" noChangeArrowheads="1"/>
            </p:cNvPicPr>
            <p:nvPr/>
          </p:nvPicPr>
          <p:blipFill>
            <a:blip r:embed="rId4" cstate="print"/>
            <a:srcRect/>
            <a:stretch>
              <a:fillRect/>
            </a:stretch>
          </p:blipFill>
          <p:spPr bwMode="auto">
            <a:xfrm>
              <a:off x="9343274" y="281739"/>
              <a:ext cx="1202079" cy="1787902"/>
            </a:xfrm>
            <a:prstGeom prst="rect">
              <a:avLst/>
            </a:prstGeom>
            <a:grpFill/>
          </p:spPr>
        </p:pic>
        <p:sp>
          <p:nvSpPr>
            <p:cNvPr id="34" name="テキスト ボックス 33">
              <a:extLst>
                <a:ext uri="{FF2B5EF4-FFF2-40B4-BE49-F238E27FC236}">
                  <a16:creationId xmlns:a16="http://schemas.microsoft.com/office/drawing/2014/main" id="{23D0AA64-2279-44E2-A575-97277259787A}"/>
                </a:ext>
              </a:extLst>
            </p:cNvPr>
            <p:cNvSpPr txBox="1"/>
            <p:nvPr/>
          </p:nvSpPr>
          <p:spPr>
            <a:xfrm>
              <a:off x="9544204" y="2069641"/>
              <a:ext cx="800219" cy="276999"/>
            </a:xfrm>
            <a:prstGeom prst="rect">
              <a:avLst/>
            </a:prstGeom>
            <a:grpFill/>
          </p:spPr>
          <p:txBody>
            <a:bodyPr wrap="none" rtlCol="0">
              <a:spAutoFit/>
            </a:bodyPr>
            <a:lstStyle/>
            <a:p>
              <a:r>
                <a:rPr kumimoji="1" lang="ja-JP" altLang="ja-JP" sz="1200" dirty="0">
                  <a:latin typeface="HGP明朝E" panose="02020900000000000000" pitchFamily="18" charset="-128"/>
                  <a:ea typeface="HGP明朝E" panose="02020900000000000000" pitchFamily="18" charset="-128"/>
                  <a:cs typeface="Times New Roman" pitchFamily="18" charset="0"/>
                </a:rPr>
                <a:t>日本蒸籠</a:t>
              </a:r>
              <a:endParaRPr kumimoji="1" lang="ja-JP" altLang="en-US" sz="1200" dirty="0">
                <a:latin typeface="HGP明朝E" panose="02020900000000000000" pitchFamily="18" charset="-128"/>
                <a:ea typeface="HGP明朝E" panose="02020900000000000000" pitchFamily="18" charset="-128"/>
              </a:endParaRPr>
            </a:p>
          </p:txBody>
        </p:sp>
      </p:grpSp>
      <p:grpSp>
        <p:nvGrpSpPr>
          <p:cNvPr id="3" name="グループ化 2">
            <a:extLst>
              <a:ext uri="{FF2B5EF4-FFF2-40B4-BE49-F238E27FC236}">
                <a16:creationId xmlns:a16="http://schemas.microsoft.com/office/drawing/2014/main" id="{DD6DECAB-CB24-41DF-AE02-0EB17673E84F}"/>
              </a:ext>
            </a:extLst>
          </p:cNvPr>
          <p:cNvGrpSpPr/>
          <p:nvPr/>
        </p:nvGrpSpPr>
        <p:grpSpPr>
          <a:xfrm>
            <a:off x="6398028" y="4733501"/>
            <a:ext cx="3408651" cy="2135342"/>
            <a:chOff x="6398028" y="4695793"/>
            <a:chExt cx="3408651" cy="2135342"/>
          </a:xfrm>
        </p:grpSpPr>
        <p:pic>
          <p:nvPicPr>
            <p:cNvPr id="7" name="図 6">
              <a:extLst>
                <a:ext uri="{FF2B5EF4-FFF2-40B4-BE49-F238E27FC236}">
                  <a16:creationId xmlns:a16="http://schemas.microsoft.com/office/drawing/2014/main" id="{081806F5-F012-425A-8BA9-54DAA8576043}"/>
                </a:ext>
              </a:extLst>
            </p:cNvPr>
            <p:cNvPicPr>
              <a:picLocks noChangeAspect="1"/>
            </p:cNvPicPr>
            <p:nvPr/>
          </p:nvPicPr>
          <p:blipFill rotWithShape="1">
            <a:blip r:embed="rId5">
              <a:extLst>
                <a:ext uri="{28A0092B-C50C-407E-A947-70E740481C1C}">
                  <a14:useLocalDpi xmlns:a14="http://schemas.microsoft.com/office/drawing/2010/main" val="0"/>
                </a:ext>
              </a:extLst>
            </a:blip>
            <a:srcRect l="6660" r="7026" b="29855"/>
            <a:stretch/>
          </p:blipFill>
          <p:spPr>
            <a:xfrm>
              <a:off x="6398028" y="4695793"/>
              <a:ext cx="3408651" cy="1848410"/>
            </a:xfrm>
            <a:prstGeom prst="rect">
              <a:avLst/>
            </a:prstGeom>
            <a:solidFill>
              <a:schemeClr val="bg1"/>
            </a:solidFill>
          </p:spPr>
        </p:pic>
        <p:sp>
          <p:nvSpPr>
            <p:cNvPr id="35" name="テキスト ボックス 34">
              <a:extLst>
                <a:ext uri="{FF2B5EF4-FFF2-40B4-BE49-F238E27FC236}">
                  <a16:creationId xmlns:a16="http://schemas.microsoft.com/office/drawing/2014/main" id="{34517CE8-CDC0-41AF-90B4-DDB4F059E63C}"/>
                </a:ext>
              </a:extLst>
            </p:cNvPr>
            <p:cNvSpPr txBox="1"/>
            <p:nvPr/>
          </p:nvSpPr>
          <p:spPr>
            <a:xfrm>
              <a:off x="7856132" y="6554136"/>
              <a:ext cx="492443" cy="276999"/>
            </a:xfrm>
            <a:prstGeom prst="rect">
              <a:avLst/>
            </a:prstGeom>
            <a:solidFill>
              <a:schemeClr val="bg1"/>
            </a:solidFill>
          </p:spPr>
          <p:txBody>
            <a:bodyPr wrap="none" rtlCol="0">
              <a:spAutoFit/>
            </a:bodyPr>
            <a:lstStyle/>
            <a:p>
              <a:r>
                <a:rPr kumimoji="1" lang="ja-JP" altLang="en-US" sz="1200" dirty="0">
                  <a:latin typeface="HGP明朝E" panose="02020900000000000000" pitchFamily="18" charset="-128"/>
                  <a:ea typeface="HGP明朝E" panose="02020900000000000000" pitchFamily="18" charset="-128"/>
                </a:rPr>
                <a:t>水芸</a:t>
              </a:r>
            </a:p>
          </p:txBody>
        </p:sp>
      </p:grpSp>
      <p:grpSp>
        <p:nvGrpSpPr>
          <p:cNvPr id="38" name="グループ化 37">
            <a:extLst>
              <a:ext uri="{FF2B5EF4-FFF2-40B4-BE49-F238E27FC236}">
                <a16:creationId xmlns:a16="http://schemas.microsoft.com/office/drawing/2014/main" id="{6D512042-406D-479A-AFE6-E8DF6C17ECE4}"/>
              </a:ext>
            </a:extLst>
          </p:cNvPr>
          <p:cNvGrpSpPr/>
          <p:nvPr/>
        </p:nvGrpSpPr>
        <p:grpSpPr>
          <a:xfrm>
            <a:off x="6398028" y="1739062"/>
            <a:ext cx="1174907" cy="2053935"/>
            <a:chOff x="8109249" y="281738"/>
            <a:chExt cx="1174907" cy="2053935"/>
          </a:xfrm>
          <a:solidFill>
            <a:schemeClr val="bg1"/>
          </a:solidFill>
        </p:grpSpPr>
        <p:pic>
          <p:nvPicPr>
            <p:cNvPr id="26" name="図 2" descr="Dm090603kyokoさま05たて+2">
              <a:extLst>
                <a:ext uri="{FF2B5EF4-FFF2-40B4-BE49-F238E27FC236}">
                  <a16:creationId xmlns:a16="http://schemas.microsoft.com/office/drawing/2014/main" id="{CD8F0E07-EDB3-4FB3-834B-5F454696C970}"/>
                </a:ext>
              </a:extLst>
            </p:cNvPr>
            <p:cNvPicPr>
              <a:picLocks noChangeAspect="1" noChangeArrowheads="1"/>
            </p:cNvPicPr>
            <p:nvPr/>
          </p:nvPicPr>
          <p:blipFill>
            <a:blip r:embed="rId6" cstate="print"/>
            <a:srcRect/>
            <a:stretch>
              <a:fillRect/>
            </a:stretch>
          </p:blipFill>
          <p:spPr bwMode="auto">
            <a:xfrm>
              <a:off x="8109249" y="281738"/>
              <a:ext cx="1174907" cy="1787902"/>
            </a:xfrm>
            <a:prstGeom prst="rect">
              <a:avLst/>
            </a:prstGeom>
            <a:grpFill/>
          </p:spPr>
        </p:pic>
        <p:sp>
          <p:nvSpPr>
            <p:cNvPr id="33" name="テキスト ボックス 32">
              <a:extLst>
                <a:ext uri="{FF2B5EF4-FFF2-40B4-BE49-F238E27FC236}">
                  <a16:creationId xmlns:a16="http://schemas.microsoft.com/office/drawing/2014/main" id="{EF8E9CF1-CFDF-4423-B277-4781DE7DC404}"/>
                </a:ext>
              </a:extLst>
            </p:cNvPr>
            <p:cNvSpPr txBox="1"/>
            <p:nvPr/>
          </p:nvSpPr>
          <p:spPr>
            <a:xfrm>
              <a:off x="8326248" y="2074063"/>
              <a:ext cx="740908" cy="261610"/>
            </a:xfrm>
            <a:prstGeom prst="rect">
              <a:avLst/>
            </a:prstGeom>
            <a:grpFill/>
          </p:spPr>
          <p:txBody>
            <a:bodyPr wrap="none" rtlCol="0">
              <a:spAutoFit/>
            </a:bodyPr>
            <a:lstStyle/>
            <a:p>
              <a:r>
                <a:rPr kumimoji="1" lang="ja-JP" altLang="ja-JP" sz="1100" dirty="0">
                  <a:latin typeface="HGP明朝E" panose="02020900000000000000" pitchFamily="18" charset="-128"/>
                  <a:ea typeface="HGP明朝E" panose="02020900000000000000" pitchFamily="18" charset="-128"/>
                  <a:cs typeface="Times New Roman" pitchFamily="18" charset="0"/>
                </a:rPr>
                <a:t>胡蝶の舞</a:t>
              </a:r>
              <a:endParaRPr kumimoji="1" lang="ja-JP" altLang="en-US" sz="1100" dirty="0">
                <a:latin typeface="HGP明朝E" panose="02020900000000000000" pitchFamily="18" charset="-128"/>
                <a:ea typeface="HGP明朝E" panose="02020900000000000000" pitchFamily="18" charset="-128"/>
              </a:endParaRPr>
            </a:p>
          </p:txBody>
        </p:sp>
      </p:grpSp>
      <p:sp>
        <p:nvSpPr>
          <p:cNvPr id="4" name="正方形/長方形 3">
            <a:extLst>
              <a:ext uri="{FF2B5EF4-FFF2-40B4-BE49-F238E27FC236}">
                <a16:creationId xmlns:a16="http://schemas.microsoft.com/office/drawing/2014/main" id="{38401075-F1EB-428E-907E-B46B87BE6EA1}"/>
              </a:ext>
            </a:extLst>
          </p:cNvPr>
          <p:cNvSpPr/>
          <p:nvPr/>
        </p:nvSpPr>
        <p:spPr>
          <a:xfrm>
            <a:off x="339365" y="2856322"/>
            <a:ext cx="4668076" cy="206605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15BBEA45-41D2-4C2A-B30C-907642C08FEF}"/>
              </a:ext>
            </a:extLst>
          </p:cNvPr>
          <p:cNvSpPr txBox="1"/>
          <p:nvPr/>
        </p:nvSpPr>
        <p:spPr>
          <a:xfrm>
            <a:off x="266034" y="5024487"/>
            <a:ext cx="5904180" cy="1615827"/>
          </a:xfrm>
          <a:prstGeom prst="rect">
            <a:avLst/>
          </a:prstGeom>
          <a:noFill/>
        </p:spPr>
        <p:txBody>
          <a:bodyPr wrap="none" rtlCol="0">
            <a:spAutoFit/>
          </a:bodyPr>
          <a:lstStyle/>
          <a:p>
            <a:r>
              <a:rPr kumimoji="1" lang="en-US" altLang="ja-JP" sz="1100" dirty="0">
                <a:latin typeface="HGP明朝E" panose="02020900000000000000" pitchFamily="18" charset="-128"/>
                <a:ea typeface="HGP明朝E" panose="02020900000000000000" pitchFamily="18" charset="-128"/>
              </a:rPr>
              <a:t>※</a:t>
            </a:r>
            <a:r>
              <a:rPr kumimoji="1" lang="ja-JP" altLang="en-US" sz="1100" dirty="0">
                <a:latin typeface="HGP明朝E" panose="02020900000000000000" pitchFamily="18" charset="-128"/>
                <a:ea typeface="HGP明朝E" panose="02020900000000000000" pitchFamily="18" charset="-128"/>
              </a:rPr>
              <a:t>水芸の大道具などは出演料金に含まれております。</a:t>
            </a:r>
            <a:endParaRPr kumimoji="1" lang="en-US" altLang="ja-JP" sz="1100" dirty="0">
              <a:latin typeface="HGP明朝E" panose="02020900000000000000" pitchFamily="18" charset="-128"/>
              <a:ea typeface="HGP明朝E" panose="02020900000000000000" pitchFamily="18" charset="-128"/>
            </a:endParaRPr>
          </a:p>
          <a:p>
            <a:r>
              <a:rPr kumimoji="1" lang="ja-JP" altLang="en-US" sz="1100" dirty="0">
                <a:latin typeface="HGP明朝E" panose="02020900000000000000" pitchFamily="18" charset="-128"/>
                <a:ea typeface="HGP明朝E" panose="02020900000000000000" pitchFamily="18" charset="-128"/>
              </a:rPr>
              <a:t>　が、ステージバックに吊るす暗幕（黒幕）が必要になりますので、実施する会場側でご手配を</a:t>
            </a:r>
            <a:endParaRPr kumimoji="1" lang="en-US" altLang="ja-JP" sz="1100" dirty="0">
              <a:latin typeface="HGP明朝E" panose="02020900000000000000" pitchFamily="18" charset="-128"/>
              <a:ea typeface="HGP明朝E" panose="02020900000000000000" pitchFamily="18" charset="-128"/>
            </a:endParaRPr>
          </a:p>
          <a:p>
            <a:r>
              <a:rPr kumimoji="1" lang="ja-JP" altLang="en-US" sz="1100" dirty="0">
                <a:latin typeface="HGP明朝E" panose="02020900000000000000" pitchFamily="18" charset="-128"/>
                <a:ea typeface="HGP明朝E" panose="02020900000000000000" pitchFamily="18" charset="-128"/>
              </a:rPr>
              <a:t>　お願い致します。もし、会場側でのご手配が厳しい様でしたら、別途費用が発生しますが</a:t>
            </a:r>
            <a:endParaRPr kumimoji="1" lang="en-US" altLang="ja-JP" sz="1100" dirty="0">
              <a:latin typeface="HGP明朝E" panose="02020900000000000000" pitchFamily="18" charset="-128"/>
              <a:ea typeface="HGP明朝E" panose="02020900000000000000" pitchFamily="18" charset="-128"/>
            </a:endParaRPr>
          </a:p>
          <a:p>
            <a:r>
              <a:rPr kumimoji="1" lang="ja-JP" altLang="en-US" sz="1100" dirty="0">
                <a:latin typeface="HGP明朝E" panose="02020900000000000000" pitchFamily="18" charset="-128"/>
                <a:ea typeface="HGP明朝E" panose="02020900000000000000" pitchFamily="18" charset="-128"/>
              </a:rPr>
              <a:t>　暗幕（黒幕）を持ち込む事は可能です。</a:t>
            </a:r>
            <a:endParaRPr kumimoji="1" lang="en-US" altLang="ja-JP" sz="1100" dirty="0">
              <a:latin typeface="HGP明朝E" panose="02020900000000000000" pitchFamily="18" charset="-128"/>
              <a:ea typeface="HGP明朝E" panose="02020900000000000000" pitchFamily="18" charset="-128"/>
            </a:endParaRPr>
          </a:p>
          <a:p>
            <a:endParaRPr kumimoji="1" lang="en-US" altLang="ja-JP" sz="1100" dirty="0">
              <a:latin typeface="HGP明朝E" panose="02020900000000000000" pitchFamily="18" charset="-128"/>
              <a:ea typeface="HGP明朝E" panose="02020900000000000000" pitchFamily="18" charset="-128"/>
            </a:endParaRPr>
          </a:p>
          <a:p>
            <a:r>
              <a:rPr kumimoji="1" lang="en-US" altLang="ja-JP" sz="1100" dirty="0">
                <a:latin typeface="HGP明朝E" panose="02020900000000000000" pitchFamily="18" charset="-128"/>
                <a:ea typeface="HGP明朝E" panose="02020900000000000000" pitchFamily="18" charset="-128"/>
              </a:rPr>
              <a:t>※</a:t>
            </a:r>
            <a:r>
              <a:rPr kumimoji="1" lang="ja-JP" altLang="en-US" sz="1100" dirty="0">
                <a:latin typeface="HGP明朝E" panose="02020900000000000000" pitchFamily="18" charset="-128"/>
                <a:ea typeface="HGP明朝E" panose="02020900000000000000" pitchFamily="18" charset="-128"/>
              </a:rPr>
              <a:t>また別途、音響・照明のご手配をお願い致します。</a:t>
            </a:r>
            <a:endParaRPr kumimoji="1" lang="en-US" altLang="ja-JP" sz="1100" dirty="0">
              <a:latin typeface="HGP明朝E" panose="02020900000000000000" pitchFamily="18" charset="-128"/>
              <a:ea typeface="HGP明朝E" panose="02020900000000000000" pitchFamily="18" charset="-128"/>
            </a:endParaRPr>
          </a:p>
          <a:p>
            <a:endParaRPr kumimoji="1" lang="en-US" altLang="ja-JP" sz="1100" dirty="0">
              <a:latin typeface="HGP明朝E" panose="02020900000000000000" pitchFamily="18" charset="-128"/>
              <a:ea typeface="HGP明朝E" panose="02020900000000000000" pitchFamily="18" charset="-128"/>
            </a:endParaRPr>
          </a:p>
          <a:p>
            <a:r>
              <a:rPr kumimoji="1" lang="en-US" altLang="ja-JP" sz="1100" dirty="0">
                <a:latin typeface="HGP明朝E" panose="02020900000000000000" pitchFamily="18" charset="-128"/>
                <a:ea typeface="HGP明朝E" panose="02020900000000000000" pitchFamily="18" charset="-128"/>
              </a:rPr>
              <a:t>※</a:t>
            </a:r>
            <a:r>
              <a:rPr kumimoji="1" lang="ja-JP" altLang="en-US" sz="1100" dirty="0">
                <a:latin typeface="HGP明朝E" panose="02020900000000000000" pitchFamily="18" charset="-128"/>
                <a:ea typeface="HGP明朝E" panose="02020900000000000000" pitchFamily="18" charset="-128"/>
              </a:rPr>
              <a:t>最後に、水芸では、水を使用致しますが、責任もって防水養生を行いますので、</a:t>
            </a:r>
            <a:endParaRPr kumimoji="1" lang="en-US" altLang="ja-JP" sz="1100" dirty="0">
              <a:latin typeface="HGP明朝E" panose="02020900000000000000" pitchFamily="18" charset="-128"/>
              <a:ea typeface="HGP明朝E" panose="02020900000000000000" pitchFamily="18" charset="-128"/>
            </a:endParaRPr>
          </a:p>
          <a:p>
            <a:r>
              <a:rPr kumimoji="1" lang="ja-JP" altLang="en-US" sz="1100" dirty="0">
                <a:latin typeface="HGP明朝E" panose="02020900000000000000" pitchFamily="18" charset="-128"/>
                <a:ea typeface="HGP明朝E" panose="02020900000000000000" pitchFamily="18" charset="-128"/>
              </a:rPr>
              <a:t>　水漏れの心配はございませんので、ご安心して</a:t>
            </a:r>
            <a:r>
              <a:rPr kumimoji="1" lang="en-US" altLang="ja-JP" sz="1100" dirty="0">
                <a:latin typeface="HGP明朝E" panose="02020900000000000000" pitchFamily="18" charset="-128"/>
                <a:ea typeface="HGP明朝E" panose="02020900000000000000" pitchFamily="18" charset="-128"/>
              </a:rPr>
              <a:t>【</a:t>
            </a:r>
            <a:r>
              <a:rPr kumimoji="1" lang="ja-JP" altLang="en-US" sz="1100" dirty="0">
                <a:latin typeface="HGP明朝E" panose="02020900000000000000" pitchFamily="18" charset="-128"/>
                <a:ea typeface="HGP明朝E" panose="02020900000000000000" pitchFamily="18" charset="-128"/>
              </a:rPr>
              <a:t>和妻・水芸ショー</a:t>
            </a:r>
            <a:r>
              <a:rPr kumimoji="1" lang="en-US" altLang="ja-JP" sz="1100" dirty="0">
                <a:latin typeface="HGP明朝E" panose="02020900000000000000" pitchFamily="18" charset="-128"/>
                <a:ea typeface="HGP明朝E" panose="02020900000000000000" pitchFamily="18" charset="-128"/>
              </a:rPr>
              <a:t>】</a:t>
            </a:r>
            <a:r>
              <a:rPr kumimoji="1" lang="ja-JP" altLang="en-US" sz="1100" dirty="0">
                <a:latin typeface="HGP明朝E" panose="02020900000000000000" pitchFamily="18" charset="-128"/>
                <a:ea typeface="HGP明朝E" panose="02020900000000000000" pitchFamily="18" charset="-128"/>
              </a:rPr>
              <a:t>をご堪能頂ければと思います。</a:t>
            </a:r>
          </a:p>
        </p:txBody>
      </p:sp>
    </p:spTree>
    <p:extLst>
      <p:ext uri="{BB962C8B-B14F-4D97-AF65-F5344CB8AC3E}">
        <p14:creationId xmlns:p14="http://schemas.microsoft.com/office/powerpoint/2010/main" val="3684412985"/>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140</TotalTime>
  <Words>681</Words>
  <Application>Microsoft Office PowerPoint</Application>
  <PresentationFormat>A4 210 x 297 mm</PresentationFormat>
  <Paragraphs>56</Paragraphs>
  <Slides>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vt:i4>
      </vt:variant>
    </vt:vector>
  </HeadingPairs>
  <TitlesOfParts>
    <vt:vector size="7" baseType="lpstr">
      <vt:lpstr>HGP明朝E</vt:lpstr>
      <vt:lpstr>HG行書体</vt:lpstr>
      <vt:lpstr>HG正楷書体-PRO</vt:lpstr>
      <vt:lpstr>Arial</vt:lpstr>
      <vt:lpstr>Office テーマ</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kodaira@something-four.co.jp</dc:creator>
  <cp:lastModifiedBy>友幸 小平</cp:lastModifiedBy>
  <cp:revision>25</cp:revision>
  <dcterms:created xsi:type="dcterms:W3CDTF">2019-10-21T02:15:02Z</dcterms:created>
  <dcterms:modified xsi:type="dcterms:W3CDTF">2024-10-01T13:14:32Z</dcterms:modified>
</cp:coreProperties>
</file>