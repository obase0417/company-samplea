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2" r:id="rId3"/>
    <p:sldId id="264" r:id="rId4"/>
    <p:sldId id="261" r:id="rId5"/>
    <p:sldId id="256" r:id="rId6"/>
    <p:sldId id="257" r:id="rId7"/>
    <p:sldId id="258" r:id="rId8"/>
    <p:sldId id="259" r:id="rId9"/>
    <p:sldId id="260" r:id="rId10"/>
    <p:sldId id="263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9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6E6B17-2D84-3656-D507-73F110EEB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8F6E0D3-F445-B4E9-A652-D913B4459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29DC90-C91F-A79B-D90E-32CB59AF0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1F3EC5-3743-45E9-AB5B-95415BD44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F910E9-7839-9128-D51F-DBCE0B3F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06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C4FD9A-6731-7A75-2FCC-DF022FB13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EF276D-1090-6F48-A47B-52C4A0A817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73CCFD-5259-D145-8320-14FB06636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49E592-CF98-06FD-2A63-300685F6D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6D37F2-48A2-FB7C-38AF-9B4AAD819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1950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293B99-C231-50A7-823A-F6CEA9F50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5A808AD-9E8D-31C2-001F-B70B7CBCAA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74824D5-86E7-D0FF-CB10-082569EC7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41BEE0-A823-1DD2-FA51-C12FD9B4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34CE51-A8C4-1D3A-EFB8-7085BCCD0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6885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0BDFE6-CA7D-1C8B-6B99-D3632D09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F6D965-B5CD-DBAB-C795-C25BF40339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9F5DED-B26E-C530-655F-732E489907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59D26A-8EAC-BFA9-ACEA-2FC3B73C2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7359B0-D8EB-5CBC-6567-CC30E79F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41F9A5C-D5E6-B057-39D0-B83706EC1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9792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FDF38C-EAA9-2C2C-DA62-C2B38FDE9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B149F5A-16DC-453E-8A37-54DFCBE35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A182B43-A057-2D02-8A0D-E6CDD0A68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A335752-B88C-22E5-EF5C-03802E29C2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BEA136A-B6CC-03DB-22A0-0957412F0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1F951BD-1F96-4B15-6EA5-77AE1FE68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02037CC-889F-EBA3-3130-7F8378B0A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DE588D8-AA50-32DB-53B2-1AB2418C3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846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BBD34C-BC73-1D73-95E5-9E7AE2FE5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2D6E6F-EF83-7896-A620-56284D915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47AB03-8ABF-F43E-9429-936CB0270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9F57B65-F312-98A7-E01D-2DDFC28E2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880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BFD131-2F6C-D40E-76CE-DCBEE037F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345B135-1361-E96A-B81E-D76A21984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D405A85-D125-F3D5-DF4E-8C2B54F3D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1702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69F94A-5470-63C8-B5CA-4604A3570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08BB5FB-2E09-3EDA-A631-CD458BF47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B738A67-24D1-24B2-B697-4A69397E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DF1FF1B-FABB-369E-3382-DD37CB803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D4F9B0-0FA7-797A-B6C0-266659AAC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413613-F246-5206-B25C-441D85A97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6686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ED8DB1-AAEC-0E89-79F3-F3C5356D5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38E5596-EE79-4ECB-C020-206F6E115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9920106-35E3-85E6-96D7-58392A820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F35538-D8B2-04B2-D2FF-A69CC8C30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A79501-37D1-0A33-AB34-8B9799FBF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29945EF-0A29-3F85-75B0-D863F598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246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D3DE16-2F93-7610-7F6B-BF39ACF4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54BD35-91BD-7E16-7107-E0E3B3766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C24C86-84D4-5C04-B5EF-8D6A08481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D31C406-D001-B055-61B3-ABAF5A87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69E88FB-28D1-2BFE-959F-2D2709728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6644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84BAC0-6312-B8FE-FAC3-C43F75E5B2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3244DB8-52C4-4F8C-736F-6D4BA333E2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344571-5701-93FC-10F9-3BA897E34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CA1CFE-AF4B-A956-C72A-D2A26BE86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DF2AC6-CE3F-99C2-7AAC-FA0B5A79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6028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2A761E8-DF66-ED56-65ED-8E938E575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FF72330-58B3-D310-7550-3EFA301113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B8D8B7-828D-8B99-4741-60463B7733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26619-BAA2-4041-AB8D-2CB31C759FC5}" type="datetimeFigureOut">
              <a:rPr kumimoji="1" lang="ja-JP" altLang="en-US" smtClean="0"/>
              <a:t>2024/10/1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F061C6-CD87-B57E-6CE5-6861FD2675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7812A2C-2B6A-0B06-54D6-79709ED06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6C57B-CF77-48C4-9260-E14D259ADF9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1758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ヒストグラム&#10;&#10;自動的に生成された説明">
            <a:extLst>
              <a:ext uri="{FF2B5EF4-FFF2-40B4-BE49-F238E27FC236}">
                <a16:creationId xmlns:a16="http://schemas.microsoft.com/office/drawing/2014/main" id="{EA76B0B3-324C-274A-277A-0F6D19A6B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747" y="3203854"/>
            <a:ext cx="4352506" cy="2448801"/>
          </a:xfrm>
          <a:prstGeom prst="rect">
            <a:avLst/>
          </a:prstGeom>
        </p:spPr>
      </p:pic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F24F57C-126F-5058-6651-6000EEE59033}"/>
              </a:ext>
            </a:extLst>
          </p:cNvPr>
          <p:cNvSpPr txBox="1"/>
          <p:nvPr/>
        </p:nvSpPr>
        <p:spPr>
          <a:xfrm>
            <a:off x="0" y="2140527"/>
            <a:ext cx="12192000" cy="14542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ja-JP" altLang="en-US" sz="3200" dirty="0">
                <a:latin typeface="HGP明朝B" panose="02020800000000000000" pitchFamily="18" charset="-128"/>
                <a:ea typeface="HGP明朝B" panose="02020800000000000000" pitchFamily="18" charset="-128"/>
              </a:rPr>
              <a:t>有限会社サムシング・フォー　会社案内</a:t>
            </a:r>
            <a:endParaRPr lang="en-US" altLang="ja-JP" sz="32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 algn="ctr">
              <a:lnSpc>
                <a:spcPct val="150000"/>
              </a:lnSpc>
            </a:pPr>
            <a:r>
              <a:rPr kumimoji="1" lang="ja-JP" altLang="en-US" sz="3200" dirty="0">
                <a:latin typeface="HGP明朝B" panose="02020800000000000000" pitchFamily="18" charset="-128"/>
                <a:ea typeface="HGP明朝B" panose="02020800000000000000" pitchFamily="18" charset="-128"/>
              </a:rPr>
              <a:t>～　弊社の得意な事　～</a:t>
            </a:r>
          </a:p>
        </p:txBody>
      </p:sp>
    </p:spTree>
    <p:extLst>
      <p:ext uri="{BB962C8B-B14F-4D97-AF65-F5344CB8AC3E}">
        <p14:creationId xmlns:p14="http://schemas.microsoft.com/office/powerpoint/2010/main" val="3551084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9">
            <a:extLst>
              <a:ext uri="{FF2B5EF4-FFF2-40B4-BE49-F238E27FC236}">
                <a16:creationId xmlns:a16="http://schemas.microsoft.com/office/drawing/2014/main" id="{70C5DD6F-61C8-5701-F3B9-06A2EE4B7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49658"/>
            <a:ext cx="12191999" cy="5821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415" tIns="34208" rIns="68415" bIns="3420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kumimoji="1" sz="3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kumimoji="1" sz="29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kumimoji="1" sz="25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kumimoji="1" sz="2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5pPr>
            <a:lvl6pPr marL="25146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6pPr>
            <a:lvl7pPr marL="29718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7pPr>
            <a:lvl8pPr marL="34290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8pPr>
            <a:lvl9pPr marL="3886200" indent="-228600" defTabSz="957263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kumimoji="1" sz="21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50" charset="-128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en-US" altLang="ja-JP" sz="18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ja-JP" altLang="en-US" sz="1800" dirty="0">
                <a:latin typeface="HGP明朝B" panose="02020800000000000000" pitchFamily="18" charset="-128"/>
                <a:ea typeface="HGP明朝B" panose="02020800000000000000" pitchFamily="18" charset="-128"/>
              </a:rPr>
              <a:t>私たちは、様々な業種の企業コンベンションを手掛けてきました。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ja-JP" altLang="en-US" sz="1800" dirty="0">
                <a:latin typeface="HGP明朝B" panose="02020800000000000000" pitchFamily="18" charset="-128"/>
                <a:ea typeface="HGP明朝B" panose="02020800000000000000" pitchFamily="18" charset="-128"/>
              </a:rPr>
              <a:t>その中で、日々躍進している企業は何が違うのか？を知りました。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ja-JP" altLang="en-US" sz="18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ja-JP" altLang="en-US" sz="1800" dirty="0">
                <a:latin typeface="HGP明朝B" panose="02020800000000000000" pitchFamily="18" charset="-128"/>
                <a:ea typeface="HGP明朝B" panose="02020800000000000000" pitchFamily="18" charset="-128"/>
              </a:rPr>
              <a:t>それは社員全員が管理者意識、経営者意識、お客様意識で仕事に挑む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ja-JP" altLang="en-US" sz="1800" dirty="0">
                <a:latin typeface="HGP明朝B" panose="02020800000000000000" pitchFamily="18" charset="-128"/>
                <a:ea typeface="HGP明朝B" panose="02020800000000000000" pitchFamily="18" charset="-128"/>
              </a:rPr>
              <a:t>お客様の心をつかむ魅力を発する姿勢に他なりません。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ja-JP" altLang="en-US" sz="1800" dirty="0">
                <a:latin typeface="HGP明朝B" panose="02020800000000000000" pitchFamily="18" charset="-128"/>
                <a:ea typeface="HGP明朝B" panose="02020800000000000000" pitchFamily="18" charset="-128"/>
              </a:rPr>
              <a:t>その意識を社員が共有でき、一人一人が能動的な意識を持つことが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ja-JP" altLang="en-US" sz="1800" dirty="0">
                <a:latin typeface="HGP明朝B" panose="02020800000000000000" pitchFamily="18" charset="-128"/>
                <a:ea typeface="HGP明朝B" panose="02020800000000000000" pitchFamily="18" charset="-128"/>
              </a:rPr>
              <a:t>できたときに、成長が加速する・・強い会社になっていきます。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ja-JP" altLang="en-US" sz="18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ja-JP" altLang="en-US" sz="1800" dirty="0">
                <a:latin typeface="HGP明朝B" panose="02020800000000000000" pitchFamily="18" charset="-128"/>
                <a:ea typeface="HGP明朝B" panose="02020800000000000000" pitchFamily="18" charset="-128"/>
              </a:rPr>
              <a:t>これからのコンベンションは、その意識を共有し、</a:t>
            </a:r>
            <a:endParaRPr lang="en-US" altLang="ja-JP" sz="18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ja-JP" altLang="en-US" sz="1800" dirty="0">
                <a:latin typeface="HGP明朝B" panose="02020800000000000000" pitchFamily="18" charset="-128"/>
                <a:ea typeface="HGP明朝B" panose="02020800000000000000" pitchFamily="18" charset="-128"/>
              </a:rPr>
              <a:t>社員とお客様・お取引様がひとつになって互いに磨きあう場と考えます。</a:t>
            </a:r>
            <a:endParaRPr lang="en-US" altLang="ja-JP" sz="18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endParaRPr lang="ja-JP" altLang="en-US" sz="18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ja-JP" altLang="en-US" sz="1800" dirty="0">
                <a:latin typeface="HGP明朝B" panose="02020800000000000000" pitchFamily="18" charset="-128"/>
                <a:ea typeface="HGP明朝B" panose="02020800000000000000" pitchFamily="18" charset="-128"/>
              </a:rPr>
              <a:t>弊社が提案する「新たなコンベンションのカタチ」を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ja-JP" altLang="en-US" sz="1800" dirty="0">
                <a:latin typeface="HGP明朝B" panose="02020800000000000000" pitchFamily="18" charset="-128"/>
                <a:ea typeface="HGP明朝B" panose="02020800000000000000" pitchFamily="18" charset="-128"/>
              </a:rPr>
              <a:t>御社の成長戦略にお役立て頂ければ幸いです。</a:t>
            </a:r>
            <a:endParaRPr lang="en-US" altLang="ja-JP" sz="18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5430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2DB984A7-CE3E-9667-6772-56992BD1B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19" y="912484"/>
            <a:ext cx="6203222" cy="562743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CEB37DF-5044-68E2-9497-60D075712BB7}"/>
              </a:ext>
            </a:extLst>
          </p:cNvPr>
          <p:cNvSpPr txBox="1"/>
          <p:nvPr/>
        </p:nvSpPr>
        <p:spPr>
          <a:xfrm>
            <a:off x="3953101" y="318079"/>
            <a:ext cx="4770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明朝B" panose="02020800000000000000" pitchFamily="18" charset="-128"/>
                <a:ea typeface="HGP明朝B" panose="02020800000000000000" pitchFamily="18" charset="-128"/>
              </a:rPr>
              <a:t>企画から本番までの作業の流れイメージ（案）　</a:t>
            </a:r>
            <a:r>
              <a:rPr lang="ja-JP" altLang="en-US" sz="1500" dirty="0">
                <a:latin typeface="HGP明朝B" panose="02020800000000000000" pitchFamily="18" charset="-128"/>
                <a:ea typeface="HGP明朝B" panose="02020800000000000000" pitchFamily="18" charset="-128"/>
              </a:rPr>
              <a:t>　</a:t>
            </a:r>
            <a:endParaRPr lang="en-US" altLang="ja-JP" sz="15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3690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2E26B661-2543-9992-0F60-FF4D91C23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89"/>
            <a:ext cx="12192000" cy="6853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858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ィカル ユーザー インターフェイス, アプリケーション, PowerPoint&#10;&#10;自動的に生成された説明">
            <a:extLst>
              <a:ext uri="{FF2B5EF4-FFF2-40B4-BE49-F238E27FC236}">
                <a16:creationId xmlns:a16="http://schemas.microsoft.com/office/drawing/2014/main" id="{A93C1F68-8B04-7FF0-1373-AD01079C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2"/>
            <a:ext cx="12192000" cy="685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624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ダイアグラム&#10;&#10;自動的に生成された説明">
            <a:extLst>
              <a:ext uri="{FF2B5EF4-FFF2-40B4-BE49-F238E27FC236}">
                <a16:creationId xmlns:a16="http://schemas.microsoft.com/office/drawing/2014/main" id="{A5865E63-D154-B696-906C-E3B77606CF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165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 descr="グラフィカル ユーザー インターフェイス&#10;&#10;自動的に生成された説明">
            <a:extLst>
              <a:ext uri="{FF2B5EF4-FFF2-40B4-BE49-F238E27FC236}">
                <a16:creationId xmlns:a16="http://schemas.microsoft.com/office/drawing/2014/main" id="{52542575-424F-8C40-A261-48E91FBEA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" y="0"/>
            <a:ext cx="121909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271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 descr="異なる, 写真, です, 多い が含まれている画像&#10;&#10;自動的に生成された説明">
            <a:extLst>
              <a:ext uri="{FF2B5EF4-FFF2-40B4-BE49-F238E27FC236}">
                <a16:creationId xmlns:a16="http://schemas.microsoft.com/office/drawing/2014/main" id="{97938A68-0724-8336-C07C-701E0DB0B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00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FB139944-9418-BE0B-9525-250203276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727" y="199716"/>
            <a:ext cx="9356197" cy="647617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0690677-727E-38CC-3BE1-2250972B7046}"/>
              </a:ext>
            </a:extLst>
          </p:cNvPr>
          <p:cNvSpPr txBox="1"/>
          <p:nvPr/>
        </p:nvSpPr>
        <p:spPr>
          <a:xfrm>
            <a:off x="416184" y="1132609"/>
            <a:ext cx="2306782" cy="603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ja-JP" altLang="en-US" sz="1200" dirty="0">
                <a:latin typeface="HGP明朝B" panose="02020800000000000000" pitchFamily="18" charset="-128"/>
                <a:ea typeface="HGP明朝B" panose="02020800000000000000" pitchFamily="18" charset="-128"/>
              </a:rPr>
              <a:t>弊社は、日本伝統芸能などの</a:t>
            </a:r>
            <a:endParaRPr kumimoji="1" lang="en-US" altLang="ja-JP" sz="1200" dirty="0">
              <a:latin typeface="HGP明朝B" panose="02020800000000000000" pitchFamily="18" charset="-128"/>
              <a:ea typeface="HGP明朝B" panose="020208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kumimoji="1" lang="ja-JP" altLang="en-US" sz="1200" dirty="0">
                <a:latin typeface="HGP明朝B" panose="02020800000000000000" pitchFamily="18" charset="-128"/>
                <a:ea typeface="HGP明朝B" panose="02020800000000000000" pitchFamily="18" charset="-128"/>
              </a:rPr>
              <a:t>アトラクションのご提案もできます。</a:t>
            </a:r>
          </a:p>
        </p:txBody>
      </p: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4F0EEE5D-E94D-B41B-6ECD-567E3997B670}"/>
              </a:ext>
            </a:extLst>
          </p:cNvPr>
          <p:cNvGrpSpPr/>
          <p:nvPr/>
        </p:nvGrpSpPr>
        <p:grpSpPr>
          <a:xfrm>
            <a:off x="321477" y="244459"/>
            <a:ext cx="2515515" cy="1937631"/>
            <a:chOff x="227685" y="182114"/>
            <a:chExt cx="2515515" cy="1937631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675A6619-3650-A941-0ED1-BB2730088FA2}"/>
                </a:ext>
              </a:extLst>
            </p:cNvPr>
            <p:cNvSpPr txBox="1"/>
            <p:nvPr/>
          </p:nvSpPr>
          <p:spPr>
            <a:xfrm>
              <a:off x="227685" y="205184"/>
              <a:ext cx="2496196" cy="584775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1600" b="1" dirty="0">
                  <a:latin typeface="HGP明朝B" panose="02020800000000000000" pitchFamily="18" charset="-128"/>
                  <a:ea typeface="HGP明朝B" panose="02020800000000000000" pitchFamily="18" charset="-128"/>
                </a:rPr>
                <a:t>インセンティブ向け</a:t>
              </a:r>
              <a:endParaRPr kumimoji="1" lang="en-US" altLang="ja-JP" sz="1600" b="1" dirty="0">
                <a:latin typeface="HGP明朝B" panose="02020800000000000000" pitchFamily="18" charset="-128"/>
                <a:ea typeface="HGP明朝B" panose="02020800000000000000" pitchFamily="18" charset="-128"/>
              </a:endParaRPr>
            </a:p>
            <a:p>
              <a:pPr algn="ctr"/>
              <a:r>
                <a:rPr lang="ja-JP" altLang="en-US" sz="1600" b="1" dirty="0">
                  <a:latin typeface="HGP明朝B" panose="02020800000000000000" pitchFamily="18" charset="-128"/>
                  <a:ea typeface="HGP明朝B" panose="02020800000000000000" pitchFamily="18" charset="-128"/>
                </a:rPr>
                <a:t>ステージアトラクション</a:t>
              </a:r>
              <a:r>
                <a:rPr kumimoji="1" lang="ja-JP" altLang="en-US" sz="1600" b="1" dirty="0">
                  <a:latin typeface="HGP明朝B" panose="02020800000000000000" pitchFamily="18" charset="-128"/>
                  <a:ea typeface="HGP明朝B" panose="02020800000000000000" pitchFamily="18" charset="-128"/>
                </a:rPr>
                <a:t>提案</a:t>
              </a:r>
            </a:p>
          </p:txBody>
        </p:sp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B25558D-5925-7C01-8579-3D3B63A80996}"/>
                </a:ext>
              </a:extLst>
            </p:cNvPr>
            <p:cNvSpPr/>
            <p:nvPr/>
          </p:nvSpPr>
          <p:spPr>
            <a:xfrm>
              <a:off x="238076" y="182114"/>
              <a:ext cx="2505124" cy="1937631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93786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ラフ, ヒストグラム&#10;&#10;自動的に生成された説明">
            <a:extLst>
              <a:ext uri="{FF2B5EF4-FFF2-40B4-BE49-F238E27FC236}">
                <a16:creationId xmlns:a16="http://schemas.microsoft.com/office/drawing/2014/main" id="{EA76B0B3-324C-274A-277A-0F6D19A6BE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" y="0"/>
            <a:ext cx="121894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430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190</Words>
  <Application>Microsoft Office PowerPoint</Application>
  <PresentationFormat>ワイド画面</PresentationFormat>
  <Paragraphs>21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HGP明朝B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友幸 小平</dc:creator>
  <cp:lastModifiedBy>友幸 小平</cp:lastModifiedBy>
  <cp:revision>11</cp:revision>
  <dcterms:created xsi:type="dcterms:W3CDTF">2023-07-28T09:55:41Z</dcterms:created>
  <dcterms:modified xsi:type="dcterms:W3CDTF">2024-10-01T13:10:10Z</dcterms:modified>
</cp:coreProperties>
</file>